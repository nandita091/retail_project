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60" r:id="rId6"/>
    <p:sldId id="259" r:id="rId7"/>
    <p:sldId id="315" r:id="rId8"/>
    <p:sldId id="314" r:id="rId9"/>
    <p:sldId id="317" r:id="rId10"/>
    <p:sldId id="318" r:id="rId11"/>
    <p:sldId id="319" r:id="rId12"/>
    <p:sldId id="261" r:id="rId13"/>
    <p:sldId id="330" r:id="rId14"/>
    <p:sldId id="321" r:id="rId15"/>
    <p:sldId id="328" r:id="rId16"/>
    <p:sldId id="322" r:id="rId17"/>
    <p:sldId id="323" r:id="rId18"/>
    <p:sldId id="324" r:id="rId19"/>
    <p:sldId id="325" r:id="rId20"/>
    <p:sldId id="326" r:id="rId21"/>
    <p:sldId id="327" r:id="rId22"/>
    <p:sldId id="341" r:id="rId23"/>
    <p:sldId id="342" r:id="rId24"/>
    <p:sldId id="343" r:id="rId25"/>
    <p:sldId id="345" r:id="rId26"/>
    <p:sldId id="346" r:id="rId27"/>
    <p:sldId id="273" r:id="rId28"/>
  </p:sldIdLst>
  <p:sldSz cx="9144000" cy="5143500"/>
  <p:notesSz cx="6858000" cy="9144000"/>
  <p:embeddedFontLst>
    <p:embeddedFont>
      <p:font typeface="Viga" panose="020B0800030000020004"/>
      <p:regular r:id="rId32"/>
    </p:embeddedFont>
    <p:embeddedFont>
      <p:font typeface="Lato" panose="020F0502020204030203"/>
      <p:regular r:id="rId33"/>
    </p:embeddedFont>
    <p:embeddedFont>
      <p:font typeface="Viga" panose="020B0800030000020004" charset="0"/>
      <p:regular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font" Target="fonts/font7.fntdata"/><Relationship Id="rId37" Type="http://schemas.openxmlformats.org/officeDocument/2006/relationships/font" Target="fonts/font6.fntdata"/><Relationship Id="rId36" Type="http://schemas.openxmlformats.org/officeDocument/2006/relationships/font" Target="fonts/font5.fntdata"/><Relationship Id="rId35" Type="http://schemas.openxmlformats.org/officeDocument/2006/relationships/font" Target="fonts/font4.fntdata"/><Relationship Id="rId34" Type="http://schemas.openxmlformats.org/officeDocument/2006/relationships/font" Target="fonts/font3.fntdata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hp\Documents\SPRINT%20PROJ\Retail_Pivot_Tabl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[Retail_Pivot_Table.xlsx]Sheet5!PivotTable1</c:name>
    <c:fmtId val="-1"/>
  </c:pivotSource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[Retail_Pivot_Table.xlsx]Sheet5!$C$3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[Retail_Pivot_Table.xlsx]Sheet5!$A$4:$B$21</c:f>
              <c:multiLvlStrCache>
                <c:ptCount val="13"/>
                <c:lvl>
                  <c:pt idx="0">
                    <c:v>1-Critical</c:v>
                  </c:pt>
                  <c:pt idx="1">
                    <c:v>2-High</c:v>
                  </c:pt>
                  <c:pt idx="2">
                    <c:v>3-Medium</c:v>
                  </c:pt>
                  <c:pt idx="3">
                    <c:v>1-Critical</c:v>
                  </c:pt>
                  <c:pt idx="4">
                    <c:v>2-High</c:v>
                  </c:pt>
                  <c:pt idx="5">
                    <c:v>3-Medium</c:v>
                  </c:pt>
                  <c:pt idx="6">
                    <c:v>4-Low</c:v>
                  </c:pt>
                  <c:pt idx="7">
                    <c:v>2-High</c:v>
                  </c:pt>
                  <c:pt idx="8">
                    <c:v>3-Medium</c:v>
                  </c:pt>
                  <c:pt idx="9">
                    <c:v>4-Low</c:v>
                  </c:pt>
                  <c:pt idx="10">
                    <c:v>2-High</c:v>
                  </c:pt>
                  <c:pt idx="11">
                    <c:v>3-Medium</c:v>
                  </c:pt>
                  <c:pt idx="12">
                    <c:v>4-Low</c:v>
                  </c:pt>
                </c:lvl>
                <c:lvl>
                  <c:pt idx="0">
                    <c:v>1-Critical</c:v>
                  </c:pt>
                  <c:pt idx="3">
                    <c:v>2-High</c:v>
                  </c:pt>
                  <c:pt idx="7">
                    <c:v>3-Medium</c:v>
                  </c:pt>
                  <c:pt idx="10">
                    <c:v>4-Low</c:v>
                  </c:pt>
                </c:lvl>
              </c:multiLvlStrCache>
            </c:multiLvlStrRef>
          </c:cat>
          <c:val>
            <c:numRef>
              <c:f>[Retail_Pivot_Table.xlsx]Sheet5!$C$4:$C$21</c:f>
              <c:numCache>
                <c:formatCode>General</c:formatCode>
                <c:ptCount val="13"/>
                <c:pt idx="0">
                  <c:v>4</c:v>
                </c:pt>
                <c:pt idx="1">
                  <c:v>6</c:v>
                </c:pt>
                <c:pt idx="2">
                  <c:v>1</c:v>
                </c:pt>
                <c:pt idx="3">
                  <c:v>7</c:v>
                </c:pt>
                <c:pt idx="4">
                  <c:v>61</c:v>
                </c:pt>
                <c:pt idx="5">
                  <c:v>36</c:v>
                </c:pt>
                <c:pt idx="6">
                  <c:v>26</c:v>
                </c:pt>
                <c:pt idx="7">
                  <c:v>26</c:v>
                </c:pt>
                <c:pt idx="8">
                  <c:v>55</c:v>
                </c:pt>
                <c:pt idx="9">
                  <c:v>43</c:v>
                </c:pt>
                <c:pt idx="10">
                  <c:v>4</c:v>
                </c:pt>
                <c:pt idx="11">
                  <c:v>7</c:v>
                </c:pt>
                <c:pt idx="12">
                  <c:v>38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35524321"/>
        <c:axId val="728290968"/>
      </c:barChart>
      <c:catAx>
        <c:axId val="3552432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8290968"/>
        <c:crosses val="autoZero"/>
        <c:auto val="1"/>
        <c:lblAlgn val="ctr"/>
        <c:lblOffset val="100"/>
        <c:noMultiLvlLbl val="0"/>
      </c:catAx>
      <c:valAx>
        <c:axId val="728290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552432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</a:gra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e819e7bb23_0_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e819e7bb23_0_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e9ba7db025_0_3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e9ba7db025_0_3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eab50ffbc2_0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eab50ffbc2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e9ba7db025_0_4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e9ba7db025_0_4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eab50ffbc2_0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eab50ffbc2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e9ba7db025_0_4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e9ba7db025_0_4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e9ba7db025_0_4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e9ba7db025_0_4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e9ba7db025_0_4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e9ba7db025_0_4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e9ba7db025_0_4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e9ba7db025_0_4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e9ba7db025_0_4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e9ba7db025_0_4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e9ba7db025_0_4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e9ba7db025_0_4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e9ba7db025_0_4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e9ba7db025_0_4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e9ba7db025_0_4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e9ba7db025_0_4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eab50ffbc2_0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eab50ffbc2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e9ba7db025_0_4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e9ba7db025_0_4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e9ba7db025_0_4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e9ba7db025_0_4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e9ba7db025_0_4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e9ba7db025_0_4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e9ba7db025_0_4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e9ba7db025_0_4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e9ba7db025_0_4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e9ba7db025_0_4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e9ba7db025_0_4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e9ba7db025_0_4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e9ba7db025_0_4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e9ba7db025_0_4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e9ba7db025_0_4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e9ba7db025_0_4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e9ba7db025_0_4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e9ba7db025_0_4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e9ba7db025_0_4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e9ba7db025_0_4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e9fa8e32c0_0_5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e9fa8e32c0_0_5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9141" y="549623"/>
            <a:ext cx="8265969" cy="4044356"/>
            <a:chOff x="3237025" y="2070300"/>
            <a:chExt cx="3165825" cy="1425575"/>
          </a:xfrm>
        </p:grpSpPr>
        <p:sp>
          <p:nvSpPr>
            <p:cNvPr id="11" name="Google Shape;11;p2"/>
            <p:cNvSpPr/>
            <p:nvPr/>
          </p:nvSpPr>
          <p:spPr>
            <a:xfrm>
              <a:off x="3282500" y="2871225"/>
              <a:ext cx="576325" cy="577275"/>
            </a:xfrm>
            <a:custGeom>
              <a:avLst/>
              <a:gdLst/>
              <a:ahLst/>
              <a:cxnLst/>
              <a:rect l="l" t="t" r="r" b="b"/>
              <a:pathLst>
                <a:path w="23053" h="23091" extrusionOk="0">
                  <a:moveTo>
                    <a:pt x="1" y="759"/>
                  </a:moveTo>
                  <a:lnTo>
                    <a:pt x="22294" y="23090"/>
                  </a:lnTo>
                  <a:cubicBezTo>
                    <a:pt x="22294" y="23090"/>
                    <a:pt x="23053" y="11640"/>
                    <a:pt x="17252" y="5839"/>
                  </a:cubicBezTo>
                  <a:cubicBezTo>
                    <a:pt x="11451" y="1"/>
                    <a:pt x="1" y="759"/>
                    <a:pt x="1" y="7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781025" y="2116750"/>
              <a:ext cx="577275" cy="577250"/>
            </a:xfrm>
            <a:custGeom>
              <a:avLst/>
              <a:gdLst/>
              <a:ahLst/>
              <a:cxnLst/>
              <a:rect l="l" t="t" r="r" b="b"/>
              <a:pathLst>
                <a:path w="23091" h="23090" extrusionOk="0">
                  <a:moveTo>
                    <a:pt x="23090" y="22332"/>
                  </a:moveTo>
                  <a:lnTo>
                    <a:pt x="759" y="0"/>
                  </a:lnTo>
                  <a:cubicBezTo>
                    <a:pt x="759" y="0"/>
                    <a:pt x="1" y="11450"/>
                    <a:pt x="5802" y="17289"/>
                  </a:cubicBezTo>
                  <a:cubicBezTo>
                    <a:pt x="11640" y="23090"/>
                    <a:pt x="23090" y="22332"/>
                    <a:pt x="23090" y="223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237025" y="2070300"/>
              <a:ext cx="3165825" cy="1425575"/>
            </a:xfrm>
            <a:custGeom>
              <a:avLst/>
              <a:gdLst/>
              <a:ahLst/>
              <a:cxnLst/>
              <a:rect l="l" t="t" r="r" b="b"/>
              <a:pathLst>
                <a:path w="126633" h="57023" extrusionOk="0">
                  <a:moveTo>
                    <a:pt x="109685" y="17100"/>
                  </a:moveTo>
                  <a:cubicBezTo>
                    <a:pt x="102519" y="9934"/>
                    <a:pt x="107448" y="1"/>
                    <a:pt x="97097" y="266"/>
                  </a:cubicBezTo>
                  <a:lnTo>
                    <a:pt x="97097" y="228"/>
                  </a:lnTo>
                  <a:lnTo>
                    <a:pt x="28398" y="228"/>
                  </a:lnTo>
                  <a:cubicBezTo>
                    <a:pt x="13156" y="228"/>
                    <a:pt x="683" y="12285"/>
                    <a:pt x="152" y="27526"/>
                  </a:cubicBezTo>
                  <a:cubicBezTo>
                    <a:pt x="0" y="37611"/>
                    <a:pt x="9858" y="32796"/>
                    <a:pt x="16985" y="39924"/>
                  </a:cubicBezTo>
                  <a:cubicBezTo>
                    <a:pt x="24113" y="47052"/>
                    <a:pt x="19222" y="57023"/>
                    <a:pt x="29573" y="56758"/>
                  </a:cubicBezTo>
                  <a:lnTo>
                    <a:pt x="29573" y="56758"/>
                  </a:lnTo>
                  <a:lnTo>
                    <a:pt x="98273" y="56758"/>
                  </a:lnTo>
                  <a:cubicBezTo>
                    <a:pt x="113514" y="56758"/>
                    <a:pt x="125988" y="44701"/>
                    <a:pt x="126519" y="29498"/>
                  </a:cubicBezTo>
                  <a:cubicBezTo>
                    <a:pt x="126632" y="19412"/>
                    <a:pt x="116813" y="24227"/>
                    <a:pt x="109685" y="1710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279675" y="2888300"/>
              <a:ext cx="560200" cy="561150"/>
            </a:xfrm>
            <a:custGeom>
              <a:avLst/>
              <a:gdLst/>
              <a:ahLst/>
              <a:cxnLst/>
              <a:rect l="l" t="t" r="r" b="b"/>
              <a:pathLst>
                <a:path w="22408" h="22446" extrusionOk="0">
                  <a:moveTo>
                    <a:pt x="0" y="0"/>
                  </a:moveTo>
                  <a:lnTo>
                    <a:pt x="0" y="0"/>
                  </a:lnTo>
                  <a:cubicBezTo>
                    <a:pt x="910" y="1100"/>
                    <a:pt x="2313" y="1744"/>
                    <a:pt x="3640" y="2237"/>
                  </a:cubicBezTo>
                  <a:cubicBezTo>
                    <a:pt x="5005" y="2654"/>
                    <a:pt x="6408" y="2957"/>
                    <a:pt x="7773" y="3337"/>
                  </a:cubicBezTo>
                  <a:cubicBezTo>
                    <a:pt x="9137" y="3716"/>
                    <a:pt x="10427" y="4247"/>
                    <a:pt x="11678" y="4891"/>
                  </a:cubicBezTo>
                  <a:cubicBezTo>
                    <a:pt x="14180" y="6180"/>
                    <a:pt x="16227" y="8228"/>
                    <a:pt x="17554" y="10730"/>
                  </a:cubicBezTo>
                  <a:cubicBezTo>
                    <a:pt x="18199" y="11981"/>
                    <a:pt x="18730" y="13308"/>
                    <a:pt x="19109" y="14635"/>
                  </a:cubicBezTo>
                  <a:cubicBezTo>
                    <a:pt x="19526" y="16000"/>
                    <a:pt x="19791" y="17403"/>
                    <a:pt x="20208" y="18768"/>
                  </a:cubicBezTo>
                  <a:cubicBezTo>
                    <a:pt x="20701" y="20132"/>
                    <a:pt x="21346" y="21497"/>
                    <a:pt x="22407" y="22445"/>
                  </a:cubicBezTo>
                  <a:cubicBezTo>
                    <a:pt x="21535" y="21346"/>
                    <a:pt x="20929" y="20019"/>
                    <a:pt x="20663" y="18654"/>
                  </a:cubicBezTo>
                  <a:cubicBezTo>
                    <a:pt x="20284" y="17289"/>
                    <a:pt x="19981" y="15886"/>
                    <a:pt x="19564" y="14521"/>
                  </a:cubicBezTo>
                  <a:cubicBezTo>
                    <a:pt x="19185" y="13118"/>
                    <a:pt x="18654" y="11791"/>
                    <a:pt x="17971" y="10502"/>
                  </a:cubicBezTo>
                  <a:cubicBezTo>
                    <a:pt x="16606" y="7924"/>
                    <a:pt x="14483" y="5801"/>
                    <a:pt x="11905" y="4436"/>
                  </a:cubicBezTo>
                  <a:cubicBezTo>
                    <a:pt x="10654" y="3792"/>
                    <a:pt x="9289" y="3261"/>
                    <a:pt x="7924" y="2882"/>
                  </a:cubicBezTo>
                  <a:cubicBezTo>
                    <a:pt x="6521" y="2465"/>
                    <a:pt x="5119" y="2161"/>
                    <a:pt x="3792" y="1744"/>
                  </a:cubicBezTo>
                  <a:cubicBezTo>
                    <a:pt x="2389" y="1479"/>
                    <a:pt x="1100" y="87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800000" y="2117700"/>
              <a:ext cx="561150" cy="560200"/>
            </a:xfrm>
            <a:custGeom>
              <a:avLst/>
              <a:gdLst/>
              <a:ahLst/>
              <a:cxnLst/>
              <a:rect l="l" t="t" r="r" b="b"/>
              <a:pathLst>
                <a:path w="22446" h="22408" extrusionOk="0">
                  <a:moveTo>
                    <a:pt x="0" y="0"/>
                  </a:moveTo>
                  <a:lnTo>
                    <a:pt x="0" y="0"/>
                  </a:lnTo>
                  <a:cubicBezTo>
                    <a:pt x="872" y="1100"/>
                    <a:pt x="1479" y="2389"/>
                    <a:pt x="1744" y="3792"/>
                  </a:cubicBezTo>
                  <a:cubicBezTo>
                    <a:pt x="2161" y="5119"/>
                    <a:pt x="2465" y="6521"/>
                    <a:pt x="2844" y="7886"/>
                  </a:cubicBezTo>
                  <a:cubicBezTo>
                    <a:pt x="3261" y="9289"/>
                    <a:pt x="3792" y="10616"/>
                    <a:pt x="4436" y="11905"/>
                  </a:cubicBezTo>
                  <a:cubicBezTo>
                    <a:pt x="5801" y="14483"/>
                    <a:pt x="7924" y="16569"/>
                    <a:pt x="10502" y="17933"/>
                  </a:cubicBezTo>
                  <a:cubicBezTo>
                    <a:pt x="11791" y="18616"/>
                    <a:pt x="13118" y="19147"/>
                    <a:pt x="14521" y="19526"/>
                  </a:cubicBezTo>
                  <a:cubicBezTo>
                    <a:pt x="15886" y="19943"/>
                    <a:pt x="17289" y="20246"/>
                    <a:pt x="18654" y="20625"/>
                  </a:cubicBezTo>
                  <a:cubicBezTo>
                    <a:pt x="20019" y="20929"/>
                    <a:pt x="21346" y="21535"/>
                    <a:pt x="22445" y="22407"/>
                  </a:cubicBezTo>
                  <a:cubicBezTo>
                    <a:pt x="21497" y="21308"/>
                    <a:pt x="20132" y="20663"/>
                    <a:pt x="18767" y="20170"/>
                  </a:cubicBezTo>
                  <a:cubicBezTo>
                    <a:pt x="17403" y="19753"/>
                    <a:pt x="16000" y="19450"/>
                    <a:pt x="14635" y="19071"/>
                  </a:cubicBezTo>
                  <a:cubicBezTo>
                    <a:pt x="13270" y="18692"/>
                    <a:pt x="11981" y="18199"/>
                    <a:pt x="10730" y="17554"/>
                  </a:cubicBezTo>
                  <a:cubicBezTo>
                    <a:pt x="9479" y="16872"/>
                    <a:pt x="8341" y="16038"/>
                    <a:pt x="7355" y="15052"/>
                  </a:cubicBezTo>
                  <a:cubicBezTo>
                    <a:pt x="6370" y="14066"/>
                    <a:pt x="5536" y="12929"/>
                    <a:pt x="4853" y="11678"/>
                  </a:cubicBezTo>
                  <a:cubicBezTo>
                    <a:pt x="4209" y="10427"/>
                    <a:pt x="3678" y="9137"/>
                    <a:pt x="3299" y="7773"/>
                  </a:cubicBezTo>
                  <a:cubicBezTo>
                    <a:pt x="2920" y="6408"/>
                    <a:pt x="2616" y="5005"/>
                    <a:pt x="2199" y="3640"/>
                  </a:cubicBezTo>
                  <a:cubicBezTo>
                    <a:pt x="1706" y="2313"/>
                    <a:pt x="1100" y="948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2014825" y="1068300"/>
            <a:ext cx="5115000" cy="17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7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type="subTitle" idx="1"/>
          </p:nvPr>
        </p:nvSpPr>
        <p:spPr>
          <a:xfrm>
            <a:off x="2478900" y="3375463"/>
            <a:ext cx="4186200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215A8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714175" y="709575"/>
            <a:ext cx="7715437" cy="3724339"/>
            <a:chOff x="714175" y="709575"/>
            <a:chExt cx="7715437" cy="3724339"/>
          </a:xfrm>
        </p:grpSpPr>
        <p:sp>
          <p:nvSpPr>
            <p:cNvPr id="20" name="Google Shape;20;p3"/>
            <p:cNvSpPr/>
            <p:nvPr/>
          </p:nvSpPr>
          <p:spPr>
            <a:xfrm>
              <a:off x="6068400" y="2663575"/>
              <a:ext cx="2258567" cy="1679591"/>
            </a:xfrm>
            <a:custGeom>
              <a:avLst/>
              <a:gdLst/>
              <a:ahLst/>
              <a:cxnLst/>
              <a:rect l="l" t="t" r="r" b="b"/>
              <a:pathLst>
                <a:path w="25858" h="25820" extrusionOk="0">
                  <a:moveTo>
                    <a:pt x="4399" y="25819"/>
                  </a:moveTo>
                  <a:lnTo>
                    <a:pt x="25858" y="4360"/>
                  </a:lnTo>
                  <a:cubicBezTo>
                    <a:pt x="25858" y="4360"/>
                    <a:pt x="15469" y="0"/>
                    <a:pt x="7735" y="7735"/>
                  </a:cubicBezTo>
                  <a:cubicBezTo>
                    <a:pt x="1" y="15431"/>
                    <a:pt x="4399" y="25819"/>
                    <a:pt x="4399" y="2581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714175" y="709575"/>
              <a:ext cx="7715437" cy="3724339"/>
            </a:xfrm>
            <a:custGeom>
              <a:avLst/>
              <a:gdLst/>
              <a:ahLst/>
              <a:cxnLst/>
              <a:rect l="l" t="t" r="r" b="b"/>
              <a:pathLst>
                <a:path w="90501" h="59147" extrusionOk="0">
                  <a:moveTo>
                    <a:pt x="69269" y="1"/>
                  </a:moveTo>
                  <a:lnTo>
                    <a:pt x="7128" y="1"/>
                  </a:lnTo>
                  <a:cubicBezTo>
                    <a:pt x="3185" y="1"/>
                    <a:pt x="0" y="3185"/>
                    <a:pt x="0" y="7128"/>
                  </a:cubicBezTo>
                  <a:lnTo>
                    <a:pt x="0" y="37914"/>
                  </a:lnTo>
                  <a:cubicBezTo>
                    <a:pt x="0" y="49668"/>
                    <a:pt x="9516" y="59146"/>
                    <a:pt x="21270" y="59146"/>
                  </a:cubicBezTo>
                  <a:lnTo>
                    <a:pt x="63127" y="59146"/>
                  </a:lnTo>
                  <a:cubicBezTo>
                    <a:pt x="72415" y="59146"/>
                    <a:pt x="68548" y="47582"/>
                    <a:pt x="73742" y="42388"/>
                  </a:cubicBezTo>
                  <a:cubicBezTo>
                    <a:pt x="78937" y="37194"/>
                    <a:pt x="90500" y="41061"/>
                    <a:pt x="90500" y="31772"/>
                  </a:cubicBezTo>
                  <a:lnTo>
                    <a:pt x="90500" y="31772"/>
                  </a:lnTo>
                  <a:lnTo>
                    <a:pt x="90500" y="21232"/>
                  </a:lnTo>
                  <a:cubicBezTo>
                    <a:pt x="90500" y="9517"/>
                    <a:pt x="80984" y="1"/>
                    <a:pt x="69269" y="1"/>
                  </a:cubicBezTo>
                  <a:close/>
                </a:path>
              </a:pathLst>
            </a:custGeom>
            <a:solidFill>
              <a:srgbClr val="6ACBDA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1355925" y="1768000"/>
            <a:ext cx="3651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7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1"/>
          </p:nvPr>
        </p:nvSpPr>
        <p:spPr>
          <a:xfrm>
            <a:off x="1355925" y="3067725"/>
            <a:ext cx="4553100" cy="28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title" idx="2" hasCustomPrompt="1"/>
          </p:nvPr>
        </p:nvSpPr>
        <p:spPr>
          <a:xfrm>
            <a:off x="6384038" y="778000"/>
            <a:ext cx="1454700" cy="9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7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subTitle" idx="1"/>
          </p:nvPr>
        </p:nvSpPr>
        <p:spPr>
          <a:xfrm>
            <a:off x="714300" y="1104425"/>
            <a:ext cx="7715400" cy="35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/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4572000" y="430675"/>
            <a:ext cx="3857700" cy="1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type="subTitle" idx="1"/>
          </p:nvPr>
        </p:nvSpPr>
        <p:spPr>
          <a:xfrm>
            <a:off x="5953200" y="1734050"/>
            <a:ext cx="2476500" cy="74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title" idx="2"/>
          </p:nvPr>
        </p:nvSpPr>
        <p:spPr>
          <a:xfrm>
            <a:off x="5953200" y="2477150"/>
            <a:ext cx="24765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32" name="Google Shape;32;p5"/>
          <p:cNvSpPr txBox="1"/>
          <p:nvPr>
            <p:ph type="subTitle" idx="3"/>
          </p:nvPr>
        </p:nvSpPr>
        <p:spPr>
          <a:xfrm>
            <a:off x="5953200" y="3229475"/>
            <a:ext cx="2476500" cy="74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type="title" idx="4"/>
          </p:nvPr>
        </p:nvSpPr>
        <p:spPr>
          <a:xfrm>
            <a:off x="5953200" y="3972575"/>
            <a:ext cx="24765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subTitle" idx="1"/>
          </p:nvPr>
        </p:nvSpPr>
        <p:spPr>
          <a:xfrm>
            <a:off x="714300" y="1423588"/>
            <a:ext cx="3562500" cy="23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714300" y="430675"/>
            <a:ext cx="30021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8"/>
          <p:cNvGrpSpPr/>
          <p:nvPr/>
        </p:nvGrpSpPr>
        <p:grpSpPr>
          <a:xfrm>
            <a:off x="1481162" y="709575"/>
            <a:ext cx="6181671" cy="3724339"/>
            <a:chOff x="1481162" y="709575"/>
            <a:chExt cx="6181671" cy="3724339"/>
          </a:xfrm>
        </p:grpSpPr>
        <p:sp>
          <p:nvSpPr>
            <p:cNvPr id="41" name="Google Shape;41;p8"/>
            <p:cNvSpPr/>
            <p:nvPr/>
          </p:nvSpPr>
          <p:spPr>
            <a:xfrm>
              <a:off x="5771049" y="2663587"/>
              <a:ext cx="1809607" cy="1679591"/>
            </a:xfrm>
            <a:custGeom>
              <a:avLst/>
              <a:gdLst/>
              <a:ahLst/>
              <a:cxnLst/>
              <a:rect l="l" t="t" r="r" b="b"/>
              <a:pathLst>
                <a:path w="25858" h="25820" extrusionOk="0">
                  <a:moveTo>
                    <a:pt x="4399" y="25819"/>
                  </a:moveTo>
                  <a:lnTo>
                    <a:pt x="25858" y="4360"/>
                  </a:lnTo>
                  <a:cubicBezTo>
                    <a:pt x="25858" y="4360"/>
                    <a:pt x="15469" y="0"/>
                    <a:pt x="7735" y="7735"/>
                  </a:cubicBezTo>
                  <a:cubicBezTo>
                    <a:pt x="1" y="15431"/>
                    <a:pt x="4399" y="25819"/>
                    <a:pt x="4399" y="2581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2;p8"/>
            <p:cNvSpPr/>
            <p:nvPr/>
          </p:nvSpPr>
          <p:spPr>
            <a:xfrm>
              <a:off x="1481162" y="709575"/>
              <a:ext cx="6181671" cy="3724339"/>
            </a:xfrm>
            <a:custGeom>
              <a:avLst/>
              <a:gdLst/>
              <a:ahLst/>
              <a:cxnLst/>
              <a:rect l="l" t="t" r="r" b="b"/>
              <a:pathLst>
                <a:path w="90501" h="59147" extrusionOk="0">
                  <a:moveTo>
                    <a:pt x="69269" y="1"/>
                  </a:moveTo>
                  <a:lnTo>
                    <a:pt x="7128" y="1"/>
                  </a:lnTo>
                  <a:cubicBezTo>
                    <a:pt x="3185" y="1"/>
                    <a:pt x="0" y="3185"/>
                    <a:pt x="0" y="7128"/>
                  </a:cubicBezTo>
                  <a:lnTo>
                    <a:pt x="0" y="37914"/>
                  </a:lnTo>
                  <a:cubicBezTo>
                    <a:pt x="0" y="49668"/>
                    <a:pt x="9516" y="59146"/>
                    <a:pt x="21270" y="59146"/>
                  </a:cubicBezTo>
                  <a:lnTo>
                    <a:pt x="63127" y="59146"/>
                  </a:lnTo>
                  <a:cubicBezTo>
                    <a:pt x="72415" y="59146"/>
                    <a:pt x="68548" y="47582"/>
                    <a:pt x="73742" y="42388"/>
                  </a:cubicBezTo>
                  <a:cubicBezTo>
                    <a:pt x="78937" y="37194"/>
                    <a:pt x="90500" y="41061"/>
                    <a:pt x="90500" y="31772"/>
                  </a:cubicBezTo>
                  <a:lnTo>
                    <a:pt x="90500" y="31772"/>
                  </a:lnTo>
                  <a:lnTo>
                    <a:pt x="90500" y="21232"/>
                  </a:lnTo>
                  <a:cubicBezTo>
                    <a:pt x="90500" y="9517"/>
                    <a:pt x="80984" y="1"/>
                    <a:pt x="69269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3" name="Google Shape;43;p8"/>
          <p:cNvSpPr txBox="1"/>
          <p:nvPr>
            <p:ph type="title"/>
          </p:nvPr>
        </p:nvSpPr>
        <p:spPr>
          <a:xfrm>
            <a:off x="2188350" y="1510950"/>
            <a:ext cx="4767300" cy="21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7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714300" y="1409700"/>
            <a:ext cx="3419700" cy="79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3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9"/>
          <p:cNvSpPr txBox="1"/>
          <p:nvPr>
            <p:ph type="subTitle" idx="1"/>
          </p:nvPr>
        </p:nvSpPr>
        <p:spPr>
          <a:xfrm>
            <a:off x="714300" y="2322200"/>
            <a:ext cx="3419700" cy="13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2566050" y="3463775"/>
            <a:ext cx="3821400" cy="11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11"/>
          <p:cNvGrpSpPr/>
          <p:nvPr/>
        </p:nvGrpSpPr>
        <p:grpSpPr>
          <a:xfrm flipH="1">
            <a:off x="439141" y="549623"/>
            <a:ext cx="8265969" cy="4044356"/>
            <a:chOff x="3237025" y="2070300"/>
            <a:chExt cx="3165825" cy="1425575"/>
          </a:xfrm>
        </p:grpSpPr>
        <p:sp>
          <p:nvSpPr>
            <p:cNvPr id="51" name="Google Shape;51;p11"/>
            <p:cNvSpPr/>
            <p:nvPr/>
          </p:nvSpPr>
          <p:spPr>
            <a:xfrm>
              <a:off x="3282500" y="2871225"/>
              <a:ext cx="576325" cy="577275"/>
            </a:xfrm>
            <a:custGeom>
              <a:avLst/>
              <a:gdLst/>
              <a:ahLst/>
              <a:cxnLst/>
              <a:rect l="l" t="t" r="r" b="b"/>
              <a:pathLst>
                <a:path w="23053" h="23091" extrusionOk="0">
                  <a:moveTo>
                    <a:pt x="1" y="759"/>
                  </a:moveTo>
                  <a:lnTo>
                    <a:pt x="22294" y="23090"/>
                  </a:lnTo>
                  <a:cubicBezTo>
                    <a:pt x="22294" y="23090"/>
                    <a:pt x="23053" y="11640"/>
                    <a:pt x="17252" y="5839"/>
                  </a:cubicBezTo>
                  <a:cubicBezTo>
                    <a:pt x="11451" y="1"/>
                    <a:pt x="1" y="759"/>
                    <a:pt x="1" y="7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52;p11"/>
            <p:cNvSpPr/>
            <p:nvPr/>
          </p:nvSpPr>
          <p:spPr>
            <a:xfrm>
              <a:off x="5781025" y="2116750"/>
              <a:ext cx="577275" cy="577250"/>
            </a:xfrm>
            <a:custGeom>
              <a:avLst/>
              <a:gdLst/>
              <a:ahLst/>
              <a:cxnLst/>
              <a:rect l="l" t="t" r="r" b="b"/>
              <a:pathLst>
                <a:path w="23091" h="23090" extrusionOk="0">
                  <a:moveTo>
                    <a:pt x="23090" y="22332"/>
                  </a:moveTo>
                  <a:lnTo>
                    <a:pt x="759" y="0"/>
                  </a:lnTo>
                  <a:cubicBezTo>
                    <a:pt x="759" y="0"/>
                    <a:pt x="1" y="11450"/>
                    <a:pt x="5802" y="17289"/>
                  </a:cubicBezTo>
                  <a:cubicBezTo>
                    <a:pt x="11640" y="23090"/>
                    <a:pt x="23090" y="22332"/>
                    <a:pt x="23090" y="223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53;p11"/>
            <p:cNvSpPr/>
            <p:nvPr/>
          </p:nvSpPr>
          <p:spPr>
            <a:xfrm>
              <a:off x="3237025" y="2070300"/>
              <a:ext cx="3165825" cy="1425575"/>
            </a:xfrm>
            <a:custGeom>
              <a:avLst/>
              <a:gdLst/>
              <a:ahLst/>
              <a:cxnLst/>
              <a:rect l="l" t="t" r="r" b="b"/>
              <a:pathLst>
                <a:path w="126633" h="57023" extrusionOk="0">
                  <a:moveTo>
                    <a:pt x="109685" y="17100"/>
                  </a:moveTo>
                  <a:cubicBezTo>
                    <a:pt x="102519" y="9934"/>
                    <a:pt x="107448" y="1"/>
                    <a:pt x="97097" y="266"/>
                  </a:cubicBezTo>
                  <a:lnTo>
                    <a:pt x="97097" y="228"/>
                  </a:lnTo>
                  <a:lnTo>
                    <a:pt x="28398" y="228"/>
                  </a:lnTo>
                  <a:cubicBezTo>
                    <a:pt x="13156" y="228"/>
                    <a:pt x="683" y="12285"/>
                    <a:pt x="152" y="27526"/>
                  </a:cubicBezTo>
                  <a:cubicBezTo>
                    <a:pt x="0" y="37611"/>
                    <a:pt x="9858" y="32796"/>
                    <a:pt x="16985" y="39924"/>
                  </a:cubicBezTo>
                  <a:cubicBezTo>
                    <a:pt x="24113" y="47052"/>
                    <a:pt x="19222" y="57023"/>
                    <a:pt x="29573" y="56758"/>
                  </a:cubicBezTo>
                  <a:lnTo>
                    <a:pt x="29573" y="56758"/>
                  </a:lnTo>
                  <a:lnTo>
                    <a:pt x="98273" y="56758"/>
                  </a:lnTo>
                  <a:cubicBezTo>
                    <a:pt x="113514" y="56758"/>
                    <a:pt x="125988" y="44701"/>
                    <a:pt x="126519" y="29498"/>
                  </a:cubicBezTo>
                  <a:cubicBezTo>
                    <a:pt x="126632" y="19412"/>
                    <a:pt x="116813" y="24227"/>
                    <a:pt x="109685" y="17100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54;p11"/>
            <p:cNvSpPr/>
            <p:nvPr/>
          </p:nvSpPr>
          <p:spPr>
            <a:xfrm>
              <a:off x="3279675" y="2888300"/>
              <a:ext cx="560200" cy="561150"/>
            </a:xfrm>
            <a:custGeom>
              <a:avLst/>
              <a:gdLst/>
              <a:ahLst/>
              <a:cxnLst/>
              <a:rect l="l" t="t" r="r" b="b"/>
              <a:pathLst>
                <a:path w="22408" h="22446" extrusionOk="0">
                  <a:moveTo>
                    <a:pt x="0" y="0"/>
                  </a:moveTo>
                  <a:lnTo>
                    <a:pt x="0" y="0"/>
                  </a:lnTo>
                  <a:cubicBezTo>
                    <a:pt x="910" y="1100"/>
                    <a:pt x="2313" y="1744"/>
                    <a:pt x="3640" y="2237"/>
                  </a:cubicBezTo>
                  <a:cubicBezTo>
                    <a:pt x="5005" y="2654"/>
                    <a:pt x="6408" y="2957"/>
                    <a:pt x="7773" y="3337"/>
                  </a:cubicBezTo>
                  <a:cubicBezTo>
                    <a:pt x="9137" y="3716"/>
                    <a:pt x="10427" y="4247"/>
                    <a:pt x="11678" y="4891"/>
                  </a:cubicBezTo>
                  <a:cubicBezTo>
                    <a:pt x="14180" y="6180"/>
                    <a:pt x="16227" y="8228"/>
                    <a:pt x="17554" y="10730"/>
                  </a:cubicBezTo>
                  <a:cubicBezTo>
                    <a:pt x="18199" y="11981"/>
                    <a:pt x="18730" y="13308"/>
                    <a:pt x="19109" y="14635"/>
                  </a:cubicBezTo>
                  <a:cubicBezTo>
                    <a:pt x="19526" y="16000"/>
                    <a:pt x="19791" y="17403"/>
                    <a:pt x="20208" y="18768"/>
                  </a:cubicBezTo>
                  <a:cubicBezTo>
                    <a:pt x="20701" y="20132"/>
                    <a:pt x="21346" y="21497"/>
                    <a:pt x="22407" y="22445"/>
                  </a:cubicBezTo>
                  <a:cubicBezTo>
                    <a:pt x="21535" y="21346"/>
                    <a:pt x="20929" y="20019"/>
                    <a:pt x="20663" y="18654"/>
                  </a:cubicBezTo>
                  <a:cubicBezTo>
                    <a:pt x="20284" y="17289"/>
                    <a:pt x="19981" y="15886"/>
                    <a:pt x="19564" y="14521"/>
                  </a:cubicBezTo>
                  <a:cubicBezTo>
                    <a:pt x="19185" y="13118"/>
                    <a:pt x="18654" y="11791"/>
                    <a:pt x="17971" y="10502"/>
                  </a:cubicBezTo>
                  <a:cubicBezTo>
                    <a:pt x="16606" y="7924"/>
                    <a:pt x="14483" y="5801"/>
                    <a:pt x="11905" y="4436"/>
                  </a:cubicBezTo>
                  <a:cubicBezTo>
                    <a:pt x="10654" y="3792"/>
                    <a:pt x="9289" y="3261"/>
                    <a:pt x="7924" y="2882"/>
                  </a:cubicBezTo>
                  <a:cubicBezTo>
                    <a:pt x="6521" y="2465"/>
                    <a:pt x="5119" y="2161"/>
                    <a:pt x="3792" y="1744"/>
                  </a:cubicBezTo>
                  <a:cubicBezTo>
                    <a:pt x="2389" y="1479"/>
                    <a:pt x="1100" y="87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55;p11"/>
            <p:cNvSpPr/>
            <p:nvPr/>
          </p:nvSpPr>
          <p:spPr>
            <a:xfrm>
              <a:off x="5800000" y="2117700"/>
              <a:ext cx="561150" cy="560200"/>
            </a:xfrm>
            <a:custGeom>
              <a:avLst/>
              <a:gdLst/>
              <a:ahLst/>
              <a:cxnLst/>
              <a:rect l="l" t="t" r="r" b="b"/>
              <a:pathLst>
                <a:path w="22446" h="22408" extrusionOk="0">
                  <a:moveTo>
                    <a:pt x="0" y="0"/>
                  </a:moveTo>
                  <a:lnTo>
                    <a:pt x="0" y="0"/>
                  </a:lnTo>
                  <a:cubicBezTo>
                    <a:pt x="872" y="1100"/>
                    <a:pt x="1479" y="2389"/>
                    <a:pt x="1744" y="3792"/>
                  </a:cubicBezTo>
                  <a:cubicBezTo>
                    <a:pt x="2161" y="5119"/>
                    <a:pt x="2465" y="6521"/>
                    <a:pt x="2844" y="7886"/>
                  </a:cubicBezTo>
                  <a:cubicBezTo>
                    <a:pt x="3261" y="9289"/>
                    <a:pt x="3792" y="10616"/>
                    <a:pt x="4436" y="11905"/>
                  </a:cubicBezTo>
                  <a:cubicBezTo>
                    <a:pt x="5801" y="14483"/>
                    <a:pt x="7924" y="16569"/>
                    <a:pt x="10502" y="17933"/>
                  </a:cubicBezTo>
                  <a:cubicBezTo>
                    <a:pt x="11791" y="18616"/>
                    <a:pt x="13118" y="19147"/>
                    <a:pt x="14521" y="19526"/>
                  </a:cubicBezTo>
                  <a:cubicBezTo>
                    <a:pt x="15886" y="19943"/>
                    <a:pt x="17289" y="20246"/>
                    <a:pt x="18654" y="20625"/>
                  </a:cubicBezTo>
                  <a:cubicBezTo>
                    <a:pt x="20019" y="20929"/>
                    <a:pt x="21346" y="21535"/>
                    <a:pt x="22445" y="22407"/>
                  </a:cubicBezTo>
                  <a:cubicBezTo>
                    <a:pt x="21497" y="21308"/>
                    <a:pt x="20132" y="20663"/>
                    <a:pt x="18767" y="20170"/>
                  </a:cubicBezTo>
                  <a:cubicBezTo>
                    <a:pt x="17403" y="19753"/>
                    <a:pt x="16000" y="19450"/>
                    <a:pt x="14635" y="19071"/>
                  </a:cubicBezTo>
                  <a:cubicBezTo>
                    <a:pt x="13270" y="18692"/>
                    <a:pt x="11981" y="18199"/>
                    <a:pt x="10730" y="17554"/>
                  </a:cubicBezTo>
                  <a:cubicBezTo>
                    <a:pt x="9479" y="16872"/>
                    <a:pt x="8341" y="16038"/>
                    <a:pt x="7355" y="15052"/>
                  </a:cubicBezTo>
                  <a:cubicBezTo>
                    <a:pt x="6370" y="14066"/>
                    <a:pt x="5536" y="12929"/>
                    <a:pt x="4853" y="11678"/>
                  </a:cubicBezTo>
                  <a:cubicBezTo>
                    <a:pt x="4209" y="10427"/>
                    <a:pt x="3678" y="9137"/>
                    <a:pt x="3299" y="7773"/>
                  </a:cubicBezTo>
                  <a:cubicBezTo>
                    <a:pt x="2920" y="6408"/>
                    <a:pt x="2616" y="5005"/>
                    <a:pt x="2199" y="3640"/>
                  </a:cubicBezTo>
                  <a:cubicBezTo>
                    <a:pt x="1706" y="2313"/>
                    <a:pt x="1100" y="948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6" name="Google Shape;56;p11"/>
          <p:cNvSpPr txBox="1"/>
          <p:nvPr>
            <p:ph type="title" hasCustomPrompt="1"/>
          </p:nvPr>
        </p:nvSpPr>
        <p:spPr>
          <a:xfrm>
            <a:off x="1465050" y="1572675"/>
            <a:ext cx="6213900" cy="12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57" name="Google Shape;57;p11"/>
          <p:cNvSpPr txBox="1"/>
          <p:nvPr>
            <p:ph type="subTitle" idx="1"/>
          </p:nvPr>
        </p:nvSpPr>
        <p:spPr>
          <a:xfrm>
            <a:off x="2265575" y="3080275"/>
            <a:ext cx="46131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rgbClr val="FFFFFF"/>
        </a:solidFill>
        <a:effectLst/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subTitle" idx="1"/>
          </p:nvPr>
        </p:nvSpPr>
        <p:spPr>
          <a:xfrm>
            <a:off x="1610200" y="1865025"/>
            <a:ext cx="23697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1" name="Google Shape;61;p13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type="title" idx="2"/>
          </p:nvPr>
        </p:nvSpPr>
        <p:spPr>
          <a:xfrm>
            <a:off x="1610200" y="1410125"/>
            <a:ext cx="2369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63" name="Google Shape;63;p13"/>
          <p:cNvSpPr txBox="1"/>
          <p:nvPr>
            <p:ph type="title" idx="3" hasCustomPrompt="1"/>
          </p:nvPr>
        </p:nvSpPr>
        <p:spPr>
          <a:xfrm>
            <a:off x="714300" y="1702879"/>
            <a:ext cx="7248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9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type="subTitle" idx="4"/>
          </p:nvPr>
        </p:nvSpPr>
        <p:spPr>
          <a:xfrm>
            <a:off x="1610200" y="3606675"/>
            <a:ext cx="23697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3"/>
          <p:cNvSpPr txBox="1"/>
          <p:nvPr>
            <p:ph type="title" idx="5"/>
          </p:nvPr>
        </p:nvSpPr>
        <p:spPr>
          <a:xfrm>
            <a:off x="1610200" y="3151775"/>
            <a:ext cx="2369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66" name="Google Shape;66;p13"/>
          <p:cNvSpPr txBox="1"/>
          <p:nvPr>
            <p:ph type="title" idx="6" hasCustomPrompt="1"/>
          </p:nvPr>
        </p:nvSpPr>
        <p:spPr>
          <a:xfrm>
            <a:off x="714300" y="3444529"/>
            <a:ext cx="7248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9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type="subTitle" idx="7"/>
          </p:nvPr>
        </p:nvSpPr>
        <p:spPr>
          <a:xfrm>
            <a:off x="6060000" y="1865025"/>
            <a:ext cx="23697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8" name="Google Shape;68;p13"/>
          <p:cNvSpPr txBox="1"/>
          <p:nvPr>
            <p:ph type="title" idx="8"/>
          </p:nvPr>
        </p:nvSpPr>
        <p:spPr>
          <a:xfrm>
            <a:off x="6060000" y="1410125"/>
            <a:ext cx="2369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69" name="Google Shape;69;p13"/>
          <p:cNvSpPr txBox="1"/>
          <p:nvPr>
            <p:ph type="title" idx="9" hasCustomPrompt="1"/>
          </p:nvPr>
        </p:nvSpPr>
        <p:spPr>
          <a:xfrm>
            <a:off x="5164100" y="1702879"/>
            <a:ext cx="7248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9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/>
          <p:nvPr>
            <p:ph type="subTitle" idx="13"/>
          </p:nvPr>
        </p:nvSpPr>
        <p:spPr>
          <a:xfrm>
            <a:off x="6060000" y="3606675"/>
            <a:ext cx="23697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1" name="Google Shape;71;p13"/>
          <p:cNvSpPr txBox="1"/>
          <p:nvPr>
            <p:ph type="title" idx="14"/>
          </p:nvPr>
        </p:nvSpPr>
        <p:spPr>
          <a:xfrm>
            <a:off x="6060000" y="3151775"/>
            <a:ext cx="2369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72" name="Google Shape;72;p13"/>
          <p:cNvSpPr txBox="1"/>
          <p:nvPr>
            <p:ph type="title" idx="15" hasCustomPrompt="1"/>
          </p:nvPr>
        </p:nvSpPr>
        <p:spPr>
          <a:xfrm>
            <a:off x="5164100" y="3444529"/>
            <a:ext cx="7248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9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4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type="subTitle" idx="1"/>
          </p:nvPr>
        </p:nvSpPr>
        <p:spPr>
          <a:xfrm>
            <a:off x="714300" y="1544475"/>
            <a:ext cx="3724500" cy="23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4"/>
          <p:cNvSpPr txBox="1"/>
          <p:nvPr>
            <p:ph type="subTitle" idx="2"/>
          </p:nvPr>
        </p:nvSpPr>
        <p:spPr>
          <a:xfrm>
            <a:off x="4705200" y="1544475"/>
            <a:ext cx="3724500" cy="23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subTitle" idx="1"/>
          </p:nvPr>
        </p:nvSpPr>
        <p:spPr>
          <a:xfrm>
            <a:off x="714300" y="3328050"/>
            <a:ext cx="2369700" cy="8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9" name="Google Shape;79;p15"/>
          <p:cNvSpPr txBox="1"/>
          <p:nvPr>
            <p:ph type="title"/>
          </p:nvPr>
        </p:nvSpPr>
        <p:spPr>
          <a:xfrm>
            <a:off x="714300" y="2854100"/>
            <a:ext cx="2369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80" name="Google Shape;80;p15"/>
          <p:cNvSpPr txBox="1"/>
          <p:nvPr>
            <p:ph type="subTitle" idx="2"/>
          </p:nvPr>
        </p:nvSpPr>
        <p:spPr>
          <a:xfrm>
            <a:off x="3387150" y="3328050"/>
            <a:ext cx="2369700" cy="8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1" name="Google Shape;81;p15"/>
          <p:cNvSpPr txBox="1"/>
          <p:nvPr>
            <p:ph type="title" idx="3"/>
          </p:nvPr>
        </p:nvSpPr>
        <p:spPr>
          <a:xfrm>
            <a:off x="3387150" y="2854100"/>
            <a:ext cx="2369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82" name="Google Shape;82;p15"/>
          <p:cNvSpPr txBox="1"/>
          <p:nvPr>
            <p:ph type="subTitle" idx="4"/>
          </p:nvPr>
        </p:nvSpPr>
        <p:spPr>
          <a:xfrm>
            <a:off x="6060000" y="3328050"/>
            <a:ext cx="2369700" cy="8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5"/>
          <p:cNvSpPr txBox="1"/>
          <p:nvPr>
            <p:ph type="title" idx="5"/>
          </p:nvPr>
        </p:nvSpPr>
        <p:spPr>
          <a:xfrm>
            <a:off x="6060000" y="2854100"/>
            <a:ext cx="2369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84" name="Google Shape;84;p15"/>
          <p:cNvSpPr txBox="1"/>
          <p:nvPr>
            <p:ph type="title" idx="6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_2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subTitle" idx="1"/>
          </p:nvPr>
        </p:nvSpPr>
        <p:spPr>
          <a:xfrm>
            <a:off x="714300" y="1893275"/>
            <a:ext cx="2369700" cy="8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714300" y="1481675"/>
            <a:ext cx="2369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88" name="Google Shape;88;p16"/>
          <p:cNvSpPr txBox="1"/>
          <p:nvPr>
            <p:ph type="title" idx="2"/>
          </p:nvPr>
        </p:nvSpPr>
        <p:spPr>
          <a:xfrm>
            <a:off x="714300" y="3192675"/>
            <a:ext cx="2369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89" name="Google Shape;89;p16"/>
          <p:cNvSpPr txBox="1"/>
          <p:nvPr>
            <p:ph type="subTitle" idx="3"/>
          </p:nvPr>
        </p:nvSpPr>
        <p:spPr>
          <a:xfrm>
            <a:off x="6060000" y="3604275"/>
            <a:ext cx="2369700" cy="8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0" name="Google Shape;90;p16"/>
          <p:cNvSpPr txBox="1"/>
          <p:nvPr>
            <p:ph type="title" idx="4"/>
          </p:nvPr>
        </p:nvSpPr>
        <p:spPr>
          <a:xfrm>
            <a:off x="6060000" y="3192675"/>
            <a:ext cx="2369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91" name="Google Shape;91;p16"/>
          <p:cNvSpPr txBox="1"/>
          <p:nvPr>
            <p:ph type="title" idx="5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type="subTitle" idx="6"/>
          </p:nvPr>
        </p:nvSpPr>
        <p:spPr>
          <a:xfrm>
            <a:off x="6060000" y="1893275"/>
            <a:ext cx="2369700" cy="8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3" name="Google Shape;93;p16"/>
          <p:cNvSpPr txBox="1"/>
          <p:nvPr>
            <p:ph type="title" idx="7"/>
          </p:nvPr>
        </p:nvSpPr>
        <p:spPr>
          <a:xfrm>
            <a:off x="6060000" y="1481675"/>
            <a:ext cx="2369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94" name="Google Shape;94;p16"/>
          <p:cNvSpPr txBox="1"/>
          <p:nvPr>
            <p:ph type="subTitle" idx="8"/>
          </p:nvPr>
        </p:nvSpPr>
        <p:spPr>
          <a:xfrm>
            <a:off x="714300" y="3604275"/>
            <a:ext cx="2369700" cy="8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subTitle" idx="1"/>
          </p:nvPr>
        </p:nvSpPr>
        <p:spPr>
          <a:xfrm>
            <a:off x="1811088" y="2844875"/>
            <a:ext cx="22557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7" name="Google Shape;97;p17"/>
          <p:cNvSpPr txBox="1"/>
          <p:nvPr>
            <p:ph type="title"/>
          </p:nvPr>
        </p:nvSpPr>
        <p:spPr>
          <a:xfrm>
            <a:off x="1811088" y="2447125"/>
            <a:ext cx="2255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98" name="Google Shape;98;p17"/>
          <p:cNvSpPr txBox="1"/>
          <p:nvPr>
            <p:ph type="subTitle" idx="2"/>
          </p:nvPr>
        </p:nvSpPr>
        <p:spPr>
          <a:xfrm>
            <a:off x="5994446" y="2844875"/>
            <a:ext cx="22557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9" name="Google Shape;99;p17"/>
          <p:cNvSpPr txBox="1"/>
          <p:nvPr>
            <p:ph type="title" idx="3"/>
          </p:nvPr>
        </p:nvSpPr>
        <p:spPr>
          <a:xfrm>
            <a:off x="5994446" y="2447125"/>
            <a:ext cx="2255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00" name="Google Shape;100;p17"/>
          <p:cNvSpPr txBox="1"/>
          <p:nvPr>
            <p:ph type="subTitle" idx="4"/>
          </p:nvPr>
        </p:nvSpPr>
        <p:spPr>
          <a:xfrm>
            <a:off x="1811080" y="4050050"/>
            <a:ext cx="22557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01" name="Google Shape;101;p17"/>
          <p:cNvSpPr txBox="1"/>
          <p:nvPr>
            <p:ph type="title" idx="5"/>
          </p:nvPr>
        </p:nvSpPr>
        <p:spPr>
          <a:xfrm>
            <a:off x="1811080" y="3652300"/>
            <a:ext cx="2255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02" name="Google Shape;102;p17"/>
          <p:cNvSpPr txBox="1"/>
          <p:nvPr>
            <p:ph type="title" idx="6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type="subTitle" idx="7"/>
          </p:nvPr>
        </p:nvSpPr>
        <p:spPr>
          <a:xfrm>
            <a:off x="1811088" y="1639688"/>
            <a:ext cx="22557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04" name="Google Shape;104;p17"/>
          <p:cNvSpPr txBox="1"/>
          <p:nvPr>
            <p:ph type="title" idx="8"/>
          </p:nvPr>
        </p:nvSpPr>
        <p:spPr>
          <a:xfrm>
            <a:off x="1811088" y="1241938"/>
            <a:ext cx="2255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05" name="Google Shape;105;p17"/>
          <p:cNvSpPr txBox="1"/>
          <p:nvPr>
            <p:ph type="subTitle" idx="9"/>
          </p:nvPr>
        </p:nvSpPr>
        <p:spPr>
          <a:xfrm>
            <a:off x="5994446" y="1639688"/>
            <a:ext cx="22557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06" name="Google Shape;106;p17"/>
          <p:cNvSpPr txBox="1"/>
          <p:nvPr>
            <p:ph type="title" idx="13"/>
          </p:nvPr>
        </p:nvSpPr>
        <p:spPr>
          <a:xfrm>
            <a:off x="5994446" y="1241938"/>
            <a:ext cx="2255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07" name="Google Shape;107;p17"/>
          <p:cNvSpPr txBox="1"/>
          <p:nvPr>
            <p:ph type="subTitle" idx="14"/>
          </p:nvPr>
        </p:nvSpPr>
        <p:spPr>
          <a:xfrm>
            <a:off x="5994430" y="4050038"/>
            <a:ext cx="22557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08" name="Google Shape;108;p17"/>
          <p:cNvSpPr txBox="1"/>
          <p:nvPr>
            <p:ph type="title" idx="15"/>
          </p:nvPr>
        </p:nvSpPr>
        <p:spPr>
          <a:xfrm>
            <a:off x="5994430" y="3652288"/>
            <a:ext cx="2255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6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subTitle" idx="1"/>
          </p:nvPr>
        </p:nvSpPr>
        <p:spPr>
          <a:xfrm>
            <a:off x="1209526" y="2567657"/>
            <a:ext cx="2429100" cy="10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595959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1" name="Google Shape;111;p18"/>
          <p:cNvSpPr txBox="1"/>
          <p:nvPr>
            <p:ph type="title"/>
          </p:nvPr>
        </p:nvSpPr>
        <p:spPr>
          <a:xfrm>
            <a:off x="1209526" y="1417425"/>
            <a:ext cx="2429100" cy="10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6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subTitle" idx="1"/>
          </p:nvPr>
        </p:nvSpPr>
        <p:spPr>
          <a:xfrm>
            <a:off x="714325" y="1057275"/>
            <a:ext cx="7715400" cy="3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4" name="Google Shape;114;p19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20"/>
          <p:cNvGrpSpPr/>
          <p:nvPr/>
        </p:nvGrpSpPr>
        <p:grpSpPr>
          <a:xfrm rot="10800000" flipH="1">
            <a:off x="1481162" y="709575"/>
            <a:ext cx="6181671" cy="3724339"/>
            <a:chOff x="1481162" y="709575"/>
            <a:chExt cx="6181671" cy="3724339"/>
          </a:xfrm>
        </p:grpSpPr>
        <p:sp>
          <p:nvSpPr>
            <p:cNvPr id="117" name="Google Shape;117;p20"/>
            <p:cNvSpPr/>
            <p:nvPr/>
          </p:nvSpPr>
          <p:spPr>
            <a:xfrm>
              <a:off x="5771049" y="2663587"/>
              <a:ext cx="1809607" cy="1679591"/>
            </a:xfrm>
            <a:custGeom>
              <a:avLst/>
              <a:gdLst/>
              <a:ahLst/>
              <a:cxnLst/>
              <a:rect l="l" t="t" r="r" b="b"/>
              <a:pathLst>
                <a:path w="25858" h="25820" extrusionOk="0">
                  <a:moveTo>
                    <a:pt x="4399" y="25819"/>
                  </a:moveTo>
                  <a:lnTo>
                    <a:pt x="25858" y="4360"/>
                  </a:lnTo>
                  <a:cubicBezTo>
                    <a:pt x="25858" y="4360"/>
                    <a:pt x="15469" y="0"/>
                    <a:pt x="7735" y="7735"/>
                  </a:cubicBezTo>
                  <a:cubicBezTo>
                    <a:pt x="1" y="15431"/>
                    <a:pt x="4399" y="25819"/>
                    <a:pt x="4399" y="258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118;p20"/>
            <p:cNvSpPr/>
            <p:nvPr/>
          </p:nvSpPr>
          <p:spPr>
            <a:xfrm>
              <a:off x="1481162" y="709575"/>
              <a:ext cx="6181671" cy="3724339"/>
            </a:xfrm>
            <a:custGeom>
              <a:avLst/>
              <a:gdLst/>
              <a:ahLst/>
              <a:cxnLst/>
              <a:rect l="l" t="t" r="r" b="b"/>
              <a:pathLst>
                <a:path w="90501" h="59147" extrusionOk="0">
                  <a:moveTo>
                    <a:pt x="69269" y="1"/>
                  </a:moveTo>
                  <a:lnTo>
                    <a:pt x="7128" y="1"/>
                  </a:lnTo>
                  <a:cubicBezTo>
                    <a:pt x="3185" y="1"/>
                    <a:pt x="0" y="3185"/>
                    <a:pt x="0" y="7128"/>
                  </a:cubicBezTo>
                  <a:lnTo>
                    <a:pt x="0" y="37914"/>
                  </a:lnTo>
                  <a:cubicBezTo>
                    <a:pt x="0" y="49668"/>
                    <a:pt x="9516" y="59146"/>
                    <a:pt x="21270" y="59146"/>
                  </a:cubicBezTo>
                  <a:lnTo>
                    <a:pt x="63127" y="59146"/>
                  </a:lnTo>
                  <a:cubicBezTo>
                    <a:pt x="72415" y="59146"/>
                    <a:pt x="68548" y="47582"/>
                    <a:pt x="73742" y="42388"/>
                  </a:cubicBezTo>
                  <a:cubicBezTo>
                    <a:pt x="78937" y="37194"/>
                    <a:pt x="90500" y="41061"/>
                    <a:pt x="90500" y="31772"/>
                  </a:cubicBezTo>
                  <a:lnTo>
                    <a:pt x="90500" y="31772"/>
                  </a:lnTo>
                  <a:lnTo>
                    <a:pt x="90500" y="21232"/>
                  </a:lnTo>
                  <a:cubicBezTo>
                    <a:pt x="90500" y="9517"/>
                    <a:pt x="80984" y="1"/>
                    <a:pt x="69269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9" name="Google Shape;119;p20"/>
          <p:cNvSpPr txBox="1"/>
          <p:nvPr>
            <p:ph type="subTitle" idx="1"/>
          </p:nvPr>
        </p:nvSpPr>
        <p:spPr>
          <a:xfrm>
            <a:off x="2824788" y="1452550"/>
            <a:ext cx="3494400" cy="14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9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0" name="Google Shape;120;p20"/>
          <p:cNvSpPr txBox="1"/>
          <p:nvPr>
            <p:ph type="title"/>
          </p:nvPr>
        </p:nvSpPr>
        <p:spPr>
          <a:xfrm>
            <a:off x="3191540" y="3216950"/>
            <a:ext cx="27609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3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 hasCustomPrompt="1"/>
          </p:nvPr>
        </p:nvSpPr>
        <p:spPr>
          <a:xfrm>
            <a:off x="1192050" y="2083475"/>
            <a:ext cx="1321200" cy="6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3" name="Google Shape;123;p21"/>
          <p:cNvSpPr txBox="1"/>
          <p:nvPr>
            <p:ph type="subTitle" idx="1"/>
          </p:nvPr>
        </p:nvSpPr>
        <p:spPr>
          <a:xfrm>
            <a:off x="714300" y="3909125"/>
            <a:ext cx="2276700" cy="5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1"/>
          <p:cNvSpPr txBox="1"/>
          <p:nvPr>
            <p:ph type="title" idx="2" hasCustomPrompt="1"/>
          </p:nvPr>
        </p:nvSpPr>
        <p:spPr>
          <a:xfrm>
            <a:off x="3911343" y="2083475"/>
            <a:ext cx="1321200" cy="6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21"/>
          <p:cNvSpPr txBox="1"/>
          <p:nvPr>
            <p:ph type="subTitle" idx="3"/>
          </p:nvPr>
        </p:nvSpPr>
        <p:spPr>
          <a:xfrm>
            <a:off x="3433593" y="3909125"/>
            <a:ext cx="2276700" cy="5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type="title" idx="4" hasCustomPrompt="1"/>
          </p:nvPr>
        </p:nvSpPr>
        <p:spPr>
          <a:xfrm>
            <a:off x="6630648" y="2083475"/>
            <a:ext cx="1321200" cy="6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21"/>
          <p:cNvSpPr txBox="1"/>
          <p:nvPr>
            <p:ph type="subTitle" idx="5"/>
          </p:nvPr>
        </p:nvSpPr>
        <p:spPr>
          <a:xfrm>
            <a:off x="6152893" y="3909125"/>
            <a:ext cx="2276700" cy="5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type="title" idx="6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type="title" idx="7"/>
          </p:nvPr>
        </p:nvSpPr>
        <p:spPr>
          <a:xfrm>
            <a:off x="724788" y="3440363"/>
            <a:ext cx="2255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30" name="Google Shape;130;p21"/>
          <p:cNvSpPr txBox="1"/>
          <p:nvPr>
            <p:ph type="title" idx="8"/>
          </p:nvPr>
        </p:nvSpPr>
        <p:spPr>
          <a:xfrm>
            <a:off x="3444088" y="3440363"/>
            <a:ext cx="2255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31" name="Google Shape;131;p21"/>
          <p:cNvSpPr txBox="1"/>
          <p:nvPr>
            <p:ph type="title" idx="9"/>
          </p:nvPr>
        </p:nvSpPr>
        <p:spPr>
          <a:xfrm>
            <a:off x="6163393" y="3440363"/>
            <a:ext cx="2255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5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23"/>
          <p:cNvGrpSpPr/>
          <p:nvPr/>
        </p:nvGrpSpPr>
        <p:grpSpPr>
          <a:xfrm flipH="1">
            <a:off x="439016" y="549573"/>
            <a:ext cx="8265969" cy="4044356"/>
            <a:chOff x="3237025" y="2070300"/>
            <a:chExt cx="3165825" cy="1425575"/>
          </a:xfrm>
        </p:grpSpPr>
        <p:sp>
          <p:nvSpPr>
            <p:cNvPr id="136" name="Google Shape;136;p23"/>
            <p:cNvSpPr/>
            <p:nvPr/>
          </p:nvSpPr>
          <p:spPr>
            <a:xfrm>
              <a:off x="3282500" y="2871225"/>
              <a:ext cx="576325" cy="577275"/>
            </a:xfrm>
            <a:custGeom>
              <a:avLst/>
              <a:gdLst/>
              <a:ahLst/>
              <a:cxnLst/>
              <a:rect l="l" t="t" r="r" b="b"/>
              <a:pathLst>
                <a:path w="23053" h="23091" extrusionOk="0">
                  <a:moveTo>
                    <a:pt x="1" y="759"/>
                  </a:moveTo>
                  <a:lnTo>
                    <a:pt x="22294" y="23090"/>
                  </a:lnTo>
                  <a:cubicBezTo>
                    <a:pt x="22294" y="23090"/>
                    <a:pt x="23053" y="11640"/>
                    <a:pt x="17252" y="5839"/>
                  </a:cubicBezTo>
                  <a:cubicBezTo>
                    <a:pt x="11451" y="1"/>
                    <a:pt x="1" y="759"/>
                    <a:pt x="1" y="7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" name="Google Shape;137;p23"/>
            <p:cNvSpPr/>
            <p:nvPr/>
          </p:nvSpPr>
          <p:spPr>
            <a:xfrm>
              <a:off x="5781025" y="2116750"/>
              <a:ext cx="577275" cy="577250"/>
            </a:xfrm>
            <a:custGeom>
              <a:avLst/>
              <a:gdLst/>
              <a:ahLst/>
              <a:cxnLst/>
              <a:rect l="l" t="t" r="r" b="b"/>
              <a:pathLst>
                <a:path w="23091" h="23090" extrusionOk="0">
                  <a:moveTo>
                    <a:pt x="23090" y="22332"/>
                  </a:moveTo>
                  <a:lnTo>
                    <a:pt x="759" y="0"/>
                  </a:lnTo>
                  <a:cubicBezTo>
                    <a:pt x="759" y="0"/>
                    <a:pt x="1" y="11450"/>
                    <a:pt x="5802" y="17289"/>
                  </a:cubicBezTo>
                  <a:cubicBezTo>
                    <a:pt x="11640" y="23090"/>
                    <a:pt x="23090" y="22332"/>
                    <a:pt x="23090" y="223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" name="Google Shape;138;p23"/>
            <p:cNvSpPr/>
            <p:nvPr/>
          </p:nvSpPr>
          <p:spPr>
            <a:xfrm>
              <a:off x="3237025" y="2070300"/>
              <a:ext cx="3165825" cy="1425575"/>
            </a:xfrm>
            <a:custGeom>
              <a:avLst/>
              <a:gdLst/>
              <a:ahLst/>
              <a:cxnLst/>
              <a:rect l="l" t="t" r="r" b="b"/>
              <a:pathLst>
                <a:path w="126633" h="57023" extrusionOk="0">
                  <a:moveTo>
                    <a:pt x="109685" y="17100"/>
                  </a:moveTo>
                  <a:cubicBezTo>
                    <a:pt x="102519" y="9934"/>
                    <a:pt x="107448" y="1"/>
                    <a:pt x="97097" y="266"/>
                  </a:cubicBezTo>
                  <a:lnTo>
                    <a:pt x="97097" y="228"/>
                  </a:lnTo>
                  <a:lnTo>
                    <a:pt x="28398" y="228"/>
                  </a:lnTo>
                  <a:cubicBezTo>
                    <a:pt x="13156" y="228"/>
                    <a:pt x="683" y="12285"/>
                    <a:pt x="152" y="27526"/>
                  </a:cubicBezTo>
                  <a:cubicBezTo>
                    <a:pt x="0" y="37611"/>
                    <a:pt x="9858" y="32796"/>
                    <a:pt x="16985" y="39924"/>
                  </a:cubicBezTo>
                  <a:cubicBezTo>
                    <a:pt x="24113" y="47052"/>
                    <a:pt x="19222" y="57023"/>
                    <a:pt x="29573" y="56758"/>
                  </a:cubicBezTo>
                  <a:lnTo>
                    <a:pt x="29573" y="56758"/>
                  </a:lnTo>
                  <a:lnTo>
                    <a:pt x="98273" y="56758"/>
                  </a:lnTo>
                  <a:cubicBezTo>
                    <a:pt x="113514" y="56758"/>
                    <a:pt x="125988" y="44701"/>
                    <a:pt x="126519" y="29498"/>
                  </a:cubicBezTo>
                  <a:cubicBezTo>
                    <a:pt x="126632" y="19412"/>
                    <a:pt x="116813" y="24227"/>
                    <a:pt x="109685" y="17100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" name="Google Shape;139;p23"/>
            <p:cNvSpPr/>
            <p:nvPr/>
          </p:nvSpPr>
          <p:spPr>
            <a:xfrm>
              <a:off x="3279675" y="2888300"/>
              <a:ext cx="560200" cy="561150"/>
            </a:xfrm>
            <a:custGeom>
              <a:avLst/>
              <a:gdLst/>
              <a:ahLst/>
              <a:cxnLst/>
              <a:rect l="l" t="t" r="r" b="b"/>
              <a:pathLst>
                <a:path w="22408" h="22446" extrusionOk="0">
                  <a:moveTo>
                    <a:pt x="0" y="0"/>
                  </a:moveTo>
                  <a:lnTo>
                    <a:pt x="0" y="0"/>
                  </a:lnTo>
                  <a:cubicBezTo>
                    <a:pt x="910" y="1100"/>
                    <a:pt x="2313" y="1744"/>
                    <a:pt x="3640" y="2237"/>
                  </a:cubicBezTo>
                  <a:cubicBezTo>
                    <a:pt x="5005" y="2654"/>
                    <a:pt x="6408" y="2957"/>
                    <a:pt x="7773" y="3337"/>
                  </a:cubicBezTo>
                  <a:cubicBezTo>
                    <a:pt x="9137" y="3716"/>
                    <a:pt x="10427" y="4247"/>
                    <a:pt x="11678" y="4891"/>
                  </a:cubicBezTo>
                  <a:cubicBezTo>
                    <a:pt x="14180" y="6180"/>
                    <a:pt x="16227" y="8228"/>
                    <a:pt x="17554" y="10730"/>
                  </a:cubicBezTo>
                  <a:cubicBezTo>
                    <a:pt x="18199" y="11981"/>
                    <a:pt x="18730" y="13308"/>
                    <a:pt x="19109" y="14635"/>
                  </a:cubicBezTo>
                  <a:cubicBezTo>
                    <a:pt x="19526" y="16000"/>
                    <a:pt x="19791" y="17403"/>
                    <a:pt x="20208" y="18768"/>
                  </a:cubicBezTo>
                  <a:cubicBezTo>
                    <a:pt x="20701" y="20132"/>
                    <a:pt x="21346" y="21497"/>
                    <a:pt x="22407" y="22445"/>
                  </a:cubicBezTo>
                  <a:cubicBezTo>
                    <a:pt x="21535" y="21346"/>
                    <a:pt x="20929" y="20019"/>
                    <a:pt x="20663" y="18654"/>
                  </a:cubicBezTo>
                  <a:cubicBezTo>
                    <a:pt x="20284" y="17289"/>
                    <a:pt x="19981" y="15886"/>
                    <a:pt x="19564" y="14521"/>
                  </a:cubicBezTo>
                  <a:cubicBezTo>
                    <a:pt x="19185" y="13118"/>
                    <a:pt x="18654" y="11791"/>
                    <a:pt x="17971" y="10502"/>
                  </a:cubicBezTo>
                  <a:cubicBezTo>
                    <a:pt x="16606" y="7924"/>
                    <a:pt x="14483" y="5801"/>
                    <a:pt x="11905" y="4436"/>
                  </a:cubicBezTo>
                  <a:cubicBezTo>
                    <a:pt x="10654" y="3792"/>
                    <a:pt x="9289" y="3261"/>
                    <a:pt x="7924" y="2882"/>
                  </a:cubicBezTo>
                  <a:cubicBezTo>
                    <a:pt x="6521" y="2465"/>
                    <a:pt x="5119" y="2161"/>
                    <a:pt x="3792" y="1744"/>
                  </a:cubicBezTo>
                  <a:cubicBezTo>
                    <a:pt x="2389" y="1479"/>
                    <a:pt x="1100" y="87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" name="Google Shape;140;p23"/>
            <p:cNvSpPr/>
            <p:nvPr/>
          </p:nvSpPr>
          <p:spPr>
            <a:xfrm>
              <a:off x="5800000" y="2117700"/>
              <a:ext cx="561150" cy="560200"/>
            </a:xfrm>
            <a:custGeom>
              <a:avLst/>
              <a:gdLst/>
              <a:ahLst/>
              <a:cxnLst/>
              <a:rect l="l" t="t" r="r" b="b"/>
              <a:pathLst>
                <a:path w="22446" h="22408" extrusionOk="0">
                  <a:moveTo>
                    <a:pt x="0" y="0"/>
                  </a:moveTo>
                  <a:lnTo>
                    <a:pt x="0" y="0"/>
                  </a:lnTo>
                  <a:cubicBezTo>
                    <a:pt x="872" y="1100"/>
                    <a:pt x="1479" y="2389"/>
                    <a:pt x="1744" y="3792"/>
                  </a:cubicBezTo>
                  <a:cubicBezTo>
                    <a:pt x="2161" y="5119"/>
                    <a:pt x="2465" y="6521"/>
                    <a:pt x="2844" y="7886"/>
                  </a:cubicBezTo>
                  <a:cubicBezTo>
                    <a:pt x="3261" y="9289"/>
                    <a:pt x="3792" y="10616"/>
                    <a:pt x="4436" y="11905"/>
                  </a:cubicBezTo>
                  <a:cubicBezTo>
                    <a:pt x="5801" y="14483"/>
                    <a:pt x="7924" y="16569"/>
                    <a:pt x="10502" y="17933"/>
                  </a:cubicBezTo>
                  <a:cubicBezTo>
                    <a:pt x="11791" y="18616"/>
                    <a:pt x="13118" y="19147"/>
                    <a:pt x="14521" y="19526"/>
                  </a:cubicBezTo>
                  <a:cubicBezTo>
                    <a:pt x="15886" y="19943"/>
                    <a:pt x="17289" y="20246"/>
                    <a:pt x="18654" y="20625"/>
                  </a:cubicBezTo>
                  <a:cubicBezTo>
                    <a:pt x="20019" y="20929"/>
                    <a:pt x="21346" y="21535"/>
                    <a:pt x="22445" y="22407"/>
                  </a:cubicBezTo>
                  <a:cubicBezTo>
                    <a:pt x="21497" y="21308"/>
                    <a:pt x="20132" y="20663"/>
                    <a:pt x="18767" y="20170"/>
                  </a:cubicBezTo>
                  <a:cubicBezTo>
                    <a:pt x="17403" y="19753"/>
                    <a:pt x="16000" y="19450"/>
                    <a:pt x="14635" y="19071"/>
                  </a:cubicBezTo>
                  <a:cubicBezTo>
                    <a:pt x="13270" y="18692"/>
                    <a:pt x="11981" y="18199"/>
                    <a:pt x="10730" y="17554"/>
                  </a:cubicBezTo>
                  <a:cubicBezTo>
                    <a:pt x="9479" y="16872"/>
                    <a:pt x="8341" y="16038"/>
                    <a:pt x="7355" y="15052"/>
                  </a:cubicBezTo>
                  <a:cubicBezTo>
                    <a:pt x="6370" y="14066"/>
                    <a:pt x="5536" y="12929"/>
                    <a:pt x="4853" y="11678"/>
                  </a:cubicBezTo>
                  <a:cubicBezTo>
                    <a:pt x="4209" y="10427"/>
                    <a:pt x="3678" y="9137"/>
                    <a:pt x="3299" y="7773"/>
                  </a:cubicBezTo>
                  <a:cubicBezTo>
                    <a:pt x="2920" y="6408"/>
                    <a:pt x="2616" y="5005"/>
                    <a:pt x="2199" y="3640"/>
                  </a:cubicBezTo>
                  <a:cubicBezTo>
                    <a:pt x="1706" y="2313"/>
                    <a:pt x="1100" y="948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41" name="Google Shape;141;p23"/>
          <p:cNvSpPr txBox="1"/>
          <p:nvPr>
            <p:ph type="subTitle" idx="1"/>
          </p:nvPr>
        </p:nvSpPr>
        <p:spPr>
          <a:xfrm>
            <a:off x="2633550" y="1505287"/>
            <a:ext cx="3876900" cy="12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595959"/>
                </a:solidFill>
                <a:latin typeface="Anaheim" panose="02000503000000000000"/>
                <a:ea typeface="Anaheim" panose="02000503000000000000"/>
                <a:cs typeface="Anaheim" panose="02000503000000000000"/>
                <a:sym typeface="Anaheim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2" name="Google Shape;142;p23"/>
          <p:cNvSpPr txBox="1"/>
          <p:nvPr>
            <p:ph type="title"/>
          </p:nvPr>
        </p:nvSpPr>
        <p:spPr>
          <a:xfrm>
            <a:off x="2633550" y="530525"/>
            <a:ext cx="3876900" cy="91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5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43" name="Google Shape;143;p23"/>
          <p:cNvSpPr txBox="1"/>
          <p:nvPr/>
        </p:nvSpPr>
        <p:spPr>
          <a:xfrm>
            <a:off x="2257350" y="3689775"/>
            <a:ext cx="4629300" cy="5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CREDITS: This presentation template was created by </a:t>
            </a:r>
            <a:r>
              <a:rPr lang="en-GB" sz="1200">
                <a:solidFill>
                  <a:schemeClr val="dk1"/>
                </a:solidFill>
                <a:uFill>
                  <a:noFill/>
                </a:u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  <a:hlinkClick r:id="rId2"/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, including icons by </a:t>
            </a:r>
            <a:r>
              <a:rPr lang="en-GB" sz="1200">
                <a:solidFill>
                  <a:schemeClr val="dk1"/>
                </a:solidFill>
                <a:uFill>
                  <a:noFill/>
                </a:u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  <a:hlinkClick r:id="rId3"/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and infographics &amp; images by </a:t>
            </a:r>
            <a:r>
              <a:rPr lang="en-GB" sz="1200">
                <a:solidFill>
                  <a:schemeClr val="dk1"/>
                </a:solidFill>
                <a:uFill>
                  <a:noFill/>
                </a:u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  <a:hlinkClick r:id="rId4"/>
              </a:rPr>
              <a:t>Freepik</a:t>
            </a:r>
            <a:endParaRPr sz="1200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/>
          <p:nvPr/>
        </p:nvSpPr>
        <p:spPr>
          <a:xfrm>
            <a:off x="1546575" y="143725"/>
            <a:ext cx="1576800" cy="471300"/>
          </a:xfrm>
          <a:prstGeom prst="roundRect">
            <a:avLst>
              <a:gd name="adj" fmla="val 38531"/>
            </a:avLst>
          </a:prstGeom>
          <a:solidFill>
            <a:schemeClr val="l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rPr>
              <a:t>Western</a:t>
            </a:r>
            <a:r>
              <a:rPr lang="en-GB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rPr>
              <a:t> blot</a:t>
            </a:r>
            <a:endParaRPr>
              <a:solidFill>
                <a:schemeClr val="accent1"/>
              </a:solidFill>
              <a:latin typeface="Viga" panose="020B0800030000020004"/>
              <a:ea typeface="Viga" panose="020B0800030000020004"/>
              <a:cs typeface="Viga" panose="020B0800030000020004"/>
              <a:sym typeface="Viga" panose="020B0800030000020004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8342688" y="4358963"/>
            <a:ext cx="657600" cy="657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24"/>
          <p:cNvSpPr/>
          <p:nvPr/>
        </p:nvSpPr>
        <p:spPr>
          <a:xfrm rot="5400000" flipH="1">
            <a:off x="7357275" y="4150776"/>
            <a:ext cx="424500" cy="1307100"/>
          </a:xfrm>
          <a:prstGeom prst="round2SameRect">
            <a:avLst>
              <a:gd name="adj1" fmla="val 50000"/>
              <a:gd name="adj2" fmla="val 13354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48" name="Google Shape;148;p24"/>
          <p:cNvGrpSpPr/>
          <p:nvPr/>
        </p:nvGrpSpPr>
        <p:grpSpPr>
          <a:xfrm>
            <a:off x="143710" y="143714"/>
            <a:ext cx="1348992" cy="1348317"/>
            <a:chOff x="-1651926" y="2946675"/>
            <a:chExt cx="1604224" cy="1603421"/>
          </a:xfrm>
        </p:grpSpPr>
        <p:sp>
          <p:nvSpPr>
            <p:cNvPr id="149" name="Google Shape;149;p24"/>
            <p:cNvSpPr/>
            <p:nvPr/>
          </p:nvSpPr>
          <p:spPr>
            <a:xfrm>
              <a:off x="-1651926" y="2946675"/>
              <a:ext cx="1604224" cy="1603421"/>
            </a:xfrm>
            <a:custGeom>
              <a:avLst/>
              <a:gdLst/>
              <a:ahLst/>
              <a:cxnLst/>
              <a:rect l="l" t="t" r="r" b="b"/>
              <a:pathLst>
                <a:path w="103951" h="103899" extrusionOk="0">
                  <a:moveTo>
                    <a:pt x="53962" y="1"/>
                  </a:moveTo>
                  <a:cubicBezTo>
                    <a:pt x="33739" y="1"/>
                    <a:pt x="15477" y="12176"/>
                    <a:pt x="7739" y="30850"/>
                  </a:cubicBezTo>
                  <a:cubicBezTo>
                    <a:pt x="1" y="49525"/>
                    <a:pt x="4283" y="71037"/>
                    <a:pt x="18572" y="85327"/>
                  </a:cubicBezTo>
                  <a:cubicBezTo>
                    <a:pt x="32862" y="99669"/>
                    <a:pt x="54374" y="103899"/>
                    <a:pt x="73101" y="96161"/>
                  </a:cubicBezTo>
                  <a:cubicBezTo>
                    <a:pt x="91775" y="88422"/>
                    <a:pt x="103950" y="70212"/>
                    <a:pt x="103950" y="49989"/>
                  </a:cubicBezTo>
                  <a:cubicBezTo>
                    <a:pt x="103950" y="22390"/>
                    <a:pt x="81561" y="1"/>
                    <a:pt x="53962" y="1"/>
                  </a:cubicBezTo>
                  <a:close/>
                  <a:moveTo>
                    <a:pt x="53962" y="76145"/>
                  </a:moveTo>
                  <a:cubicBezTo>
                    <a:pt x="43386" y="76145"/>
                    <a:pt x="33842" y="69748"/>
                    <a:pt x="29767" y="59998"/>
                  </a:cubicBezTo>
                  <a:cubicBezTo>
                    <a:pt x="25743" y="50196"/>
                    <a:pt x="27961" y="39001"/>
                    <a:pt x="35442" y="31521"/>
                  </a:cubicBezTo>
                  <a:cubicBezTo>
                    <a:pt x="42922" y="24041"/>
                    <a:pt x="54168" y="21771"/>
                    <a:pt x="63918" y="25846"/>
                  </a:cubicBezTo>
                  <a:cubicBezTo>
                    <a:pt x="73720" y="29870"/>
                    <a:pt x="80065" y="39414"/>
                    <a:pt x="80065" y="49989"/>
                  </a:cubicBezTo>
                  <a:cubicBezTo>
                    <a:pt x="80065" y="64434"/>
                    <a:pt x="68355" y="76145"/>
                    <a:pt x="53962" y="76145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" name="Google Shape;150;p24"/>
            <p:cNvSpPr/>
            <p:nvPr/>
          </p:nvSpPr>
          <p:spPr>
            <a:xfrm>
              <a:off x="-655172" y="3068483"/>
              <a:ext cx="132179" cy="137750"/>
            </a:xfrm>
            <a:custGeom>
              <a:avLst/>
              <a:gdLst/>
              <a:ahLst/>
              <a:cxnLst/>
              <a:rect l="l" t="t" r="r" b="b"/>
              <a:pathLst>
                <a:path w="8565" h="8926" extrusionOk="0">
                  <a:moveTo>
                    <a:pt x="4386" y="2116"/>
                  </a:moveTo>
                  <a:lnTo>
                    <a:pt x="5882" y="2735"/>
                  </a:lnTo>
                  <a:cubicBezTo>
                    <a:pt x="6707" y="3044"/>
                    <a:pt x="6913" y="3663"/>
                    <a:pt x="6552" y="4540"/>
                  </a:cubicBezTo>
                  <a:cubicBezTo>
                    <a:pt x="6346" y="5056"/>
                    <a:pt x="6088" y="5366"/>
                    <a:pt x="5778" y="5469"/>
                  </a:cubicBezTo>
                  <a:cubicBezTo>
                    <a:pt x="5670" y="5534"/>
                    <a:pt x="5544" y="5563"/>
                    <a:pt x="5408" y="5563"/>
                  </a:cubicBezTo>
                  <a:cubicBezTo>
                    <a:pt x="5218" y="5563"/>
                    <a:pt x="5008" y="5507"/>
                    <a:pt x="4798" y="5417"/>
                  </a:cubicBezTo>
                  <a:lnTo>
                    <a:pt x="3302" y="4798"/>
                  </a:lnTo>
                  <a:lnTo>
                    <a:pt x="4386" y="2116"/>
                  </a:lnTo>
                  <a:close/>
                  <a:moveTo>
                    <a:pt x="3354" y="1"/>
                  </a:moveTo>
                  <a:lnTo>
                    <a:pt x="1" y="8255"/>
                  </a:lnTo>
                  <a:lnTo>
                    <a:pt x="1600" y="8925"/>
                  </a:lnTo>
                  <a:lnTo>
                    <a:pt x="2683" y="6243"/>
                  </a:lnTo>
                  <a:lnTo>
                    <a:pt x="4282" y="6914"/>
                  </a:lnTo>
                  <a:cubicBezTo>
                    <a:pt x="4771" y="7115"/>
                    <a:pt x="5212" y="7220"/>
                    <a:pt x="5623" y="7220"/>
                  </a:cubicBezTo>
                  <a:cubicBezTo>
                    <a:pt x="5949" y="7220"/>
                    <a:pt x="6255" y="7154"/>
                    <a:pt x="6552" y="7017"/>
                  </a:cubicBezTo>
                  <a:cubicBezTo>
                    <a:pt x="7223" y="6759"/>
                    <a:pt x="7790" y="6140"/>
                    <a:pt x="8151" y="5211"/>
                  </a:cubicBezTo>
                  <a:cubicBezTo>
                    <a:pt x="8513" y="4283"/>
                    <a:pt x="8564" y="3509"/>
                    <a:pt x="8255" y="2838"/>
                  </a:cubicBezTo>
                  <a:cubicBezTo>
                    <a:pt x="7997" y="2167"/>
                    <a:pt x="7429" y="1652"/>
                    <a:pt x="6552" y="1290"/>
                  </a:cubicBezTo>
                  <a:lnTo>
                    <a:pt x="33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" name="Google Shape;151;p24"/>
            <p:cNvSpPr/>
            <p:nvPr/>
          </p:nvSpPr>
          <p:spPr>
            <a:xfrm>
              <a:off x="-554861" y="3146510"/>
              <a:ext cx="110682" cy="106700"/>
            </a:xfrm>
            <a:custGeom>
              <a:avLst/>
              <a:gdLst/>
              <a:ahLst/>
              <a:cxnLst/>
              <a:rect l="l" t="t" r="r" b="b"/>
              <a:pathLst>
                <a:path w="7172" h="6914" extrusionOk="0">
                  <a:moveTo>
                    <a:pt x="3767" y="0"/>
                  </a:moveTo>
                  <a:lnTo>
                    <a:pt x="1" y="6088"/>
                  </a:lnTo>
                  <a:lnTo>
                    <a:pt x="1394" y="6913"/>
                  </a:lnTo>
                  <a:lnTo>
                    <a:pt x="4076" y="2631"/>
                  </a:lnTo>
                  <a:cubicBezTo>
                    <a:pt x="4747" y="2683"/>
                    <a:pt x="5314" y="2786"/>
                    <a:pt x="5624" y="2992"/>
                  </a:cubicBezTo>
                  <a:cubicBezTo>
                    <a:pt x="5778" y="3096"/>
                    <a:pt x="5882" y="3199"/>
                    <a:pt x="5985" y="3302"/>
                  </a:cubicBezTo>
                  <a:lnTo>
                    <a:pt x="7171" y="2167"/>
                  </a:lnTo>
                  <a:cubicBezTo>
                    <a:pt x="7120" y="2012"/>
                    <a:pt x="7068" y="1909"/>
                    <a:pt x="6913" y="1858"/>
                  </a:cubicBezTo>
                  <a:cubicBezTo>
                    <a:pt x="6810" y="1754"/>
                    <a:pt x="6707" y="1703"/>
                    <a:pt x="6655" y="1703"/>
                  </a:cubicBezTo>
                  <a:lnTo>
                    <a:pt x="4798" y="1393"/>
                  </a:lnTo>
                  <a:lnTo>
                    <a:pt x="4798" y="671"/>
                  </a:lnTo>
                  <a:lnTo>
                    <a:pt x="37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" name="Google Shape;152;p24"/>
            <p:cNvSpPr/>
            <p:nvPr/>
          </p:nvSpPr>
          <p:spPr>
            <a:xfrm>
              <a:off x="-484797" y="3206650"/>
              <a:ext cx="113058" cy="114231"/>
            </a:xfrm>
            <a:custGeom>
              <a:avLst/>
              <a:gdLst/>
              <a:ahLst/>
              <a:cxnLst/>
              <a:rect l="l" t="t" r="r" b="b"/>
              <a:pathLst>
                <a:path w="7326" h="7402" extrusionOk="0">
                  <a:moveTo>
                    <a:pt x="4321" y="1631"/>
                  </a:moveTo>
                  <a:cubicBezTo>
                    <a:pt x="4604" y="1631"/>
                    <a:pt x="4882" y="1747"/>
                    <a:pt x="5159" y="1984"/>
                  </a:cubicBezTo>
                  <a:cubicBezTo>
                    <a:pt x="5572" y="2346"/>
                    <a:pt x="5778" y="2707"/>
                    <a:pt x="5675" y="3068"/>
                  </a:cubicBezTo>
                  <a:cubicBezTo>
                    <a:pt x="5623" y="3429"/>
                    <a:pt x="5365" y="3842"/>
                    <a:pt x="4953" y="4306"/>
                  </a:cubicBezTo>
                  <a:lnTo>
                    <a:pt x="4540" y="4822"/>
                  </a:lnTo>
                  <a:cubicBezTo>
                    <a:pt x="4231" y="5183"/>
                    <a:pt x="3869" y="5492"/>
                    <a:pt x="3560" y="5647"/>
                  </a:cubicBezTo>
                  <a:cubicBezTo>
                    <a:pt x="3401" y="5718"/>
                    <a:pt x="3247" y="5752"/>
                    <a:pt x="3096" y="5752"/>
                  </a:cubicBezTo>
                  <a:cubicBezTo>
                    <a:pt x="2806" y="5752"/>
                    <a:pt x="2524" y="5626"/>
                    <a:pt x="2219" y="5389"/>
                  </a:cubicBezTo>
                  <a:cubicBezTo>
                    <a:pt x="1548" y="4770"/>
                    <a:pt x="1600" y="3996"/>
                    <a:pt x="2477" y="2965"/>
                  </a:cubicBezTo>
                  <a:lnTo>
                    <a:pt x="2889" y="2500"/>
                  </a:lnTo>
                  <a:cubicBezTo>
                    <a:pt x="3398" y="1928"/>
                    <a:pt x="3867" y="1631"/>
                    <a:pt x="4321" y="1631"/>
                  </a:cubicBezTo>
                  <a:close/>
                  <a:moveTo>
                    <a:pt x="4176" y="1"/>
                  </a:moveTo>
                  <a:cubicBezTo>
                    <a:pt x="3985" y="1"/>
                    <a:pt x="3797" y="26"/>
                    <a:pt x="3612" y="76"/>
                  </a:cubicBezTo>
                  <a:cubicBezTo>
                    <a:pt x="2889" y="334"/>
                    <a:pt x="2167" y="849"/>
                    <a:pt x="1445" y="1675"/>
                  </a:cubicBezTo>
                  <a:cubicBezTo>
                    <a:pt x="671" y="2552"/>
                    <a:pt x="258" y="3377"/>
                    <a:pt x="104" y="4099"/>
                  </a:cubicBezTo>
                  <a:cubicBezTo>
                    <a:pt x="0" y="4925"/>
                    <a:pt x="361" y="5699"/>
                    <a:pt x="1290" y="6473"/>
                  </a:cubicBezTo>
                  <a:cubicBezTo>
                    <a:pt x="1961" y="7092"/>
                    <a:pt x="2683" y="7401"/>
                    <a:pt x="3354" y="7401"/>
                  </a:cubicBezTo>
                  <a:cubicBezTo>
                    <a:pt x="4127" y="7350"/>
                    <a:pt x="5004" y="6782"/>
                    <a:pt x="6036" y="5596"/>
                  </a:cubicBezTo>
                  <a:cubicBezTo>
                    <a:pt x="6810" y="4667"/>
                    <a:pt x="7223" y="3842"/>
                    <a:pt x="7274" y="3119"/>
                  </a:cubicBezTo>
                  <a:cubicBezTo>
                    <a:pt x="7326" y="2346"/>
                    <a:pt x="6965" y="1572"/>
                    <a:pt x="6088" y="849"/>
                  </a:cubicBezTo>
                  <a:cubicBezTo>
                    <a:pt x="5421" y="261"/>
                    <a:pt x="4783" y="1"/>
                    <a:pt x="4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" name="Google Shape;153;p24"/>
            <p:cNvSpPr/>
            <p:nvPr/>
          </p:nvSpPr>
          <p:spPr>
            <a:xfrm>
              <a:off x="-407573" y="3265927"/>
              <a:ext cx="103506" cy="117040"/>
            </a:xfrm>
            <a:custGeom>
              <a:avLst/>
              <a:gdLst/>
              <a:ahLst/>
              <a:cxnLst/>
              <a:rect l="l" t="t" r="r" b="b"/>
              <a:pathLst>
                <a:path w="6707" h="7584" extrusionOk="0">
                  <a:moveTo>
                    <a:pt x="5623" y="1"/>
                  </a:moveTo>
                  <a:lnTo>
                    <a:pt x="4592" y="929"/>
                  </a:lnTo>
                  <a:lnTo>
                    <a:pt x="4127" y="413"/>
                  </a:lnTo>
                  <a:lnTo>
                    <a:pt x="3199" y="1239"/>
                  </a:lnTo>
                  <a:lnTo>
                    <a:pt x="3612" y="1755"/>
                  </a:lnTo>
                  <a:lnTo>
                    <a:pt x="774" y="4179"/>
                  </a:lnTo>
                  <a:cubicBezTo>
                    <a:pt x="413" y="4489"/>
                    <a:pt x="155" y="4901"/>
                    <a:pt x="104" y="5366"/>
                  </a:cubicBezTo>
                  <a:cubicBezTo>
                    <a:pt x="0" y="5882"/>
                    <a:pt x="207" y="6346"/>
                    <a:pt x="568" y="6810"/>
                  </a:cubicBezTo>
                  <a:lnTo>
                    <a:pt x="1238" y="7584"/>
                  </a:lnTo>
                  <a:lnTo>
                    <a:pt x="2270" y="6707"/>
                  </a:lnTo>
                  <a:lnTo>
                    <a:pt x="1858" y="6140"/>
                  </a:lnTo>
                  <a:cubicBezTo>
                    <a:pt x="1600" y="5882"/>
                    <a:pt x="1600" y="5624"/>
                    <a:pt x="1909" y="5366"/>
                  </a:cubicBezTo>
                  <a:lnTo>
                    <a:pt x="4695" y="2993"/>
                  </a:lnTo>
                  <a:lnTo>
                    <a:pt x="5417" y="3870"/>
                  </a:lnTo>
                  <a:lnTo>
                    <a:pt x="6397" y="3044"/>
                  </a:lnTo>
                  <a:lnTo>
                    <a:pt x="5623" y="2167"/>
                  </a:lnTo>
                  <a:lnTo>
                    <a:pt x="6707" y="1239"/>
                  </a:lnTo>
                  <a:lnTo>
                    <a:pt x="56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" name="Google Shape;154;p24"/>
            <p:cNvSpPr/>
            <p:nvPr/>
          </p:nvSpPr>
          <p:spPr>
            <a:xfrm>
              <a:off x="-369362" y="3346453"/>
              <a:ext cx="122627" cy="107163"/>
            </a:xfrm>
            <a:custGeom>
              <a:avLst/>
              <a:gdLst/>
              <a:ahLst/>
              <a:cxnLst/>
              <a:rect l="l" t="t" r="r" b="b"/>
              <a:pathLst>
                <a:path w="7946" h="6944" extrusionOk="0">
                  <a:moveTo>
                    <a:pt x="4768" y="1579"/>
                  </a:moveTo>
                  <a:cubicBezTo>
                    <a:pt x="4831" y="1579"/>
                    <a:pt x="4893" y="1584"/>
                    <a:pt x="4953" y="1592"/>
                  </a:cubicBezTo>
                  <a:cubicBezTo>
                    <a:pt x="5314" y="1695"/>
                    <a:pt x="5624" y="1902"/>
                    <a:pt x="5830" y="2263"/>
                  </a:cubicBezTo>
                  <a:cubicBezTo>
                    <a:pt x="6036" y="2624"/>
                    <a:pt x="6140" y="2985"/>
                    <a:pt x="6036" y="3295"/>
                  </a:cubicBezTo>
                  <a:cubicBezTo>
                    <a:pt x="5933" y="3604"/>
                    <a:pt x="5624" y="3914"/>
                    <a:pt x="5159" y="4172"/>
                  </a:cubicBezTo>
                  <a:lnTo>
                    <a:pt x="3766" y="1902"/>
                  </a:lnTo>
                  <a:cubicBezTo>
                    <a:pt x="4110" y="1687"/>
                    <a:pt x="4454" y="1579"/>
                    <a:pt x="4768" y="1579"/>
                  </a:cubicBezTo>
                  <a:close/>
                  <a:moveTo>
                    <a:pt x="4629" y="1"/>
                  </a:moveTo>
                  <a:cubicBezTo>
                    <a:pt x="3997" y="1"/>
                    <a:pt x="3271" y="265"/>
                    <a:pt x="2477" y="767"/>
                  </a:cubicBezTo>
                  <a:cubicBezTo>
                    <a:pt x="774" y="1850"/>
                    <a:pt x="1" y="2830"/>
                    <a:pt x="104" y="3862"/>
                  </a:cubicBezTo>
                  <a:cubicBezTo>
                    <a:pt x="104" y="4326"/>
                    <a:pt x="362" y="4894"/>
                    <a:pt x="774" y="5564"/>
                  </a:cubicBezTo>
                  <a:cubicBezTo>
                    <a:pt x="1187" y="6235"/>
                    <a:pt x="1703" y="6699"/>
                    <a:pt x="2322" y="6854"/>
                  </a:cubicBezTo>
                  <a:cubicBezTo>
                    <a:pt x="2503" y="6914"/>
                    <a:pt x="2688" y="6944"/>
                    <a:pt x="2877" y="6944"/>
                  </a:cubicBezTo>
                  <a:cubicBezTo>
                    <a:pt x="3337" y="6944"/>
                    <a:pt x="3822" y="6770"/>
                    <a:pt x="4334" y="6441"/>
                  </a:cubicBezTo>
                  <a:lnTo>
                    <a:pt x="3560" y="5203"/>
                  </a:lnTo>
                  <a:cubicBezTo>
                    <a:pt x="3405" y="5306"/>
                    <a:pt x="3147" y="5358"/>
                    <a:pt x="2786" y="5358"/>
                  </a:cubicBezTo>
                  <a:cubicBezTo>
                    <a:pt x="2477" y="5306"/>
                    <a:pt x="2219" y="5100"/>
                    <a:pt x="2013" y="4791"/>
                  </a:cubicBezTo>
                  <a:cubicBezTo>
                    <a:pt x="1703" y="4275"/>
                    <a:pt x="1600" y="3810"/>
                    <a:pt x="1755" y="3501"/>
                  </a:cubicBezTo>
                  <a:cubicBezTo>
                    <a:pt x="1858" y="3140"/>
                    <a:pt x="2219" y="2830"/>
                    <a:pt x="2786" y="2469"/>
                  </a:cubicBezTo>
                  <a:lnTo>
                    <a:pt x="5005" y="6029"/>
                  </a:lnTo>
                  <a:cubicBezTo>
                    <a:pt x="5417" y="5771"/>
                    <a:pt x="5675" y="5616"/>
                    <a:pt x="5882" y="5461"/>
                  </a:cubicBezTo>
                  <a:cubicBezTo>
                    <a:pt x="7584" y="4429"/>
                    <a:pt x="7945" y="3088"/>
                    <a:pt x="6965" y="1592"/>
                  </a:cubicBezTo>
                  <a:cubicBezTo>
                    <a:pt x="6449" y="715"/>
                    <a:pt x="5778" y="199"/>
                    <a:pt x="5056" y="45"/>
                  </a:cubicBezTo>
                  <a:cubicBezTo>
                    <a:pt x="4919" y="15"/>
                    <a:pt x="4777" y="1"/>
                    <a:pt x="46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" name="Google Shape;155;p24"/>
            <p:cNvSpPr/>
            <p:nvPr/>
          </p:nvSpPr>
          <p:spPr>
            <a:xfrm>
              <a:off x="-327170" y="3421671"/>
              <a:ext cx="147303" cy="83907"/>
            </a:xfrm>
            <a:custGeom>
              <a:avLst/>
              <a:gdLst/>
              <a:ahLst/>
              <a:cxnLst/>
              <a:rect l="l" t="t" r="r" b="b"/>
              <a:pathLst>
                <a:path w="9545" h="5437" extrusionOk="0">
                  <a:moveTo>
                    <a:pt x="8688" y="0"/>
                  </a:moveTo>
                  <a:cubicBezTo>
                    <a:pt x="8535" y="0"/>
                    <a:pt x="8332" y="58"/>
                    <a:pt x="8100" y="175"/>
                  </a:cubicBezTo>
                  <a:cubicBezTo>
                    <a:pt x="7739" y="329"/>
                    <a:pt x="7533" y="484"/>
                    <a:pt x="7481" y="639"/>
                  </a:cubicBezTo>
                  <a:cubicBezTo>
                    <a:pt x="7378" y="794"/>
                    <a:pt x="7429" y="1052"/>
                    <a:pt x="7584" y="1413"/>
                  </a:cubicBezTo>
                  <a:cubicBezTo>
                    <a:pt x="7739" y="1774"/>
                    <a:pt x="7894" y="1980"/>
                    <a:pt x="8048" y="2032"/>
                  </a:cubicBezTo>
                  <a:cubicBezTo>
                    <a:pt x="8100" y="2045"/>
                    <a:pt x="8155" y="2051"/>
                    <a:pt x="8213" y="2051"/>
                  </a:cubicBezTo>
                  <a:cubicBezTo>
                    <a:pt x="8387" y="2051"/>
                    <a:pt x="8590" y="1993"/>
                    <a:pt x="8822" y="1877"/>
                  </a:cubicBezTo>
                  <a:cubicBezTo>
                    <a:pt x="9183" y="1722"/>
                    <a:pt x="9390" y="1567"/>
                    <a:pt x="9441" y="1413"/>
                  </a:cubicBezTo>
                  <a:cubicBezTo>
                    <a:pt x="9544" y="1258"/>
                    <a:pt x="9493" y="1000"/>
                    <a:pt x="9338" y="639"/>
                  </a:cubicBezTo>
                  <a:cubicBezTo>
                    <a:pt x="9183" y="278"/>
                    <a:pt x="8977" y="71"/>
                    <a:pt x="8822" y="20"/>
                  </a:cubicBezTo>
                  <a:cubicBezTo>
                    <a:pt x="8784" y="7"/>
                    <a:pt x="8738" y="0"/>
                    <a:pt x="8688" y="0"/>
                  </a:cubicBezTo>
                  <a:close/>
                  <a:moveTo>
                    <a:pt x="6243" y="1103"/>
                  </a:moveTo>
                  <a:lnTo>
                    <a:pt x="1" y="3940"/>
                  </a:lnTo>
                  <a:lnTo>
                    <a:pt x="671" y="5437"/>
                  </a:lnTo>
                  <a:lnTo>
                    <a:pt x="6913" y="2599"/>
                  </a:lnTo>
                  <a:lnTo>
                    <a:pt x="6243" y="11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" name="Google Shape;156;p24"/>
            <p:cNvSpPr/>
            <p:nvPr/>
          </p:nvSpPr>
          <p:spPr>
            <a:xfrm>
              <a:off x="-307262" y="3494420"/>
              <a:ext cx="125003" cy="114648"/>
            </a:xfrm>
            <a:custGeom>
              <a:avLst/>
              <a:gdLst/>
              <a:ahLst/>
              <a:cxnLst/>
              <a:rect l="l" t="t" r="r" b="b"/>
              <a:pathLst>
                <a:path w="8100" h="7429" extrusionOk="0">
                  <a:moveTo>
                    <a:pt x="6862" y="0"/>
                  </a:moveTo>
                  <a:lnTo>
                    <a:pt x="0" y="1961"/>
                  </a:lnTo>
                  <a:lnTo>
                    <a:pt x="465" y="3560"/>
                  </a:lnTo>
                  <a:lnTo>
                    <a:pt x="5262" y="2167"/>
                  </a:lnTo>
                  <a:lnTo>
                    <a:pt x="6243" y="3405"/>
                  </a:lnTo>
                  <a:cubicBezTo>
                    <a:pt x="6346" y="3663"/>
                    <a:pt x="6346" y="3921"/>
                    <a:pt x="6243" y="4127"/>
                  </a:cubicBezTo>
                  <a:cubicBezTo>
                    <a:pt x="6139" y="4334"/>
                    <a:pt x="5881" y="4488"/>
                    <a:pt x="5520" y="4592"/>
                  </a:cubicBezTo>
                  <a:lnTo>
                    <a:pt x="1135" y="5881"/>
                  </a:lnTo>
                  <a:lnTo>
                    <a:pt x="1548" y="7429"/>
                  </a:lnTo>
                  <a:lnTo>
                    <a:pt x="6191" y="6088"/>
                  </a:lnTo>
                  <a:cubicBezTo>
                    <a:pt x="6913" y="5881"/>
                    <a:pt x="7481" y="5520"/>
                    <a:pt x="7739" y="5004"/>
                  </a:cubicBezTo>
                  <a:cubicBezTo>
                    <a:pt x="7997" y="4488"/>
                    <a:pt x="8100" y="3973"/>
                    <a:pt x="7945" y="3405"/>
                  </a:cubicBezTo>
                  <a:lnTo>
                    <a:pt x="6500" y="1754"/>
                  </a:lnTo>
                  <a:lnTo>
                    <a:pt x="7223" y="1135"/>
                  </a:lnTo>
                  <a:lnTo>
                    <a:pt x="68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157;p24"/>
            <p:cNvSpPr/>
            <p:nvPr/>
          </p:nvSpPr>
          <p:spPr>
            <a:xfrm>
              <a:off x="-280193" y="3613713"/>
              <a:ext cx="117040" cy="86916"/>
            </a:xfrm>
            <a:custGeom>
              <a:avLst/>
              <a:gdLst/>
              <a:ahLst/>
              <a:cxnLst/>
              <a:rect l="l" t="t" r="r" b="b"/>
              <a:pathLst>
                <a:path w="7584" h="5632" extrusionOk="0">
                  <a:moveTo>
                    <a:pt x="5255" y="1"/>
                  </a:moveTo>
                  <a:cubicBezTo>
                    <a:pt x="5190" y="1"/>
                    <a:pt x="5124" y="3"/>
                    <a:pt x="5056" y="8"/>
                  </a:cubicBezTo>
                  <a:cubicBezTo>
                    <a:pt x="3869" y="163"/>
                    <a:pt x="3250" y="782"/>
                    <a:pt x="3147" y="1866"/>
                  </a:cubicBezTo>
                  <a:lnTo>
                    <a:pt x="3096" y="3155"/>
                  </a:lnTo>
                  <a:cubicBezTo>
                    <a:pt x="3096" y="3310"/>
                    <a:pt x="3044" y="3465"/>
                    <a:pt x="2992" y="3568"/>
                  </a:cubicBezTo>
                  <a:cubicBezTo>
                    <a:pt x="2889" y="3826"/>
                    <a:pt x="2631" y="3981"/>
                    <a:pt x="2219" y="4032"/>
                  </a:cubicBezTo>
                  <a:cubicBezTo>
                    <a:pt x="2186" y="4036"/>
                    <a:pt x="2153" y="4038"/>
                    <a:pt x="2122" y="4038"/>
                  </a:cubicBezTo>
                  <a:cubicBezTo>
                    <a:pt x="1711" y="4038"/>
                    <a:pt x="1441" y="3726"/>
                    <a:pt x="1393" y="3104"/>
                  </a:cubicBezTo>
                  <a:cubicBezTo>
                    <a:pt x="1342" y="2588"/>
                    <a:pt x="1393" y="2227"/>
                    <a:pt x="1496" y="2020"/>
                  </a:cubicBezTo>
                  <a:cubicBezTo>
                    <a:pt x="1600" y="1814"/>
                    <a:pt x="1858" y="1711"/>
                    <a:pt x="2270" y="1659"/>
                  </a:cubicBezTo>
                  <a:lnTo>
                    <a:pt x="2116" y="215"/>
                  </a:lnTo>
                  <a:lnTo>
                    <a:pt x="1961" y="215"/>
                  </a:lnTo>
                  <a:cubicBezTo>
                    <a:pt x="1290" y="266"/>
                    <a:pt x="774" y="524"/>
                    <a:pt x="465" y="937"/>
                  </a:cubicBezTo>
                  <a:cubicBezTo>
                    <a:pt x="155" y="1401"/>
                    <a:pt x="0" y="2175"/>
                    <a:pt x="104" y="3207"/>
                  </a:cubicBezTo>
                  <a:cubicBezTo>
                    <a:pt x="207" y="3929"/>
                    <a:pt x="413" y="4497"/>
                    <a:pt x="774" y="4961"/>
                  </a:cubicBezTo>
                  <a:cubicBezTo>
                    <a:pt x="1135" y="5425"/>
                    <a:pt x="1651" y="5632"/>
                    <a:pt x="2270" y="5632"/>
                  </a:cubicBezTo>
                  <a:lnTo>
                    <a:pt x="2477" y="5580"/>
                  </a:lnTo>
                  <a:cubicBezTo>
                    <a:pt x="3663" y="5477"/>
                    <a:pt x="4334" y="4858"/>
                    <a:pt x="4437" y="3774"/>
                  </a:cubicBezTo>
                  <a:lnTo>
                    <a:pt x="4540" y="2227"/>
                  </a:lnTo>
                  <a:cubicBezTo>
                    <a:pt x="4592" y="1866"/>
                    <a:pt x="4850" y="1659"/>
                    <a:pt x="5314" y="1608"/>
                  </a:cubicBezTo>
                  <a:cubicBezTo>
                    <a:pt x="5341" y="1599"/>
                    <a:pt x="5369" y="1594"/>
                    <a:pt x="5396" y="1594"/>
                  </a:cubicBezTo>
                  <a:cubicBezTo>
                    <a:pt x="5524" y="1594"/>
                    <a:pt x="5651" y="1687"/>
                    <a:pt x="5778" y="1814"/>
                  </a:cubicBezTo>
                  <a:cubicBezTo>
                    <a:pt x="5933" y="1969"/>
                    <a:pt x="6036" y="2227"/>
                    <a:pt x="6088" y="2536"/>
                  </a:cubicBezTo>
                  <a:cubicBezTo>
                    <a:pt x="6088" y="2897"/>
                    <a:pt x="6036" y="3155"/>
                    <a:pt x="5933" y="3362"/>
                  </a:cubicBezTo>
                  <a:cubicBezTo>
                    <a:pt x="5830" y="3568"/>
                    <a:pt x="5572" y="3723"/>
                    <a:pt x="5159" y="3774"/>
                  </a:cubicBezTo>
                  <a:lnTo>
                    <a:pt x="5314" y="5167"/>
                  </a:lnTo>
                  <a:lnTo>
                    <a:pt x="5469" y="5167"/>
                  </a:lnTo>
                  <a:cubicBezTo>
                    <a:pt x="6965" y="5012"/>
                    <a:pt x="7584" y="4084"/>
                    <a:pt x="7429" y="2382"/>
                  </a:cubicBezTo>
                  <a:cubicBezTo>
                    <a:pt x="7326" y="1659"/>
                    <a:pt x="7120" y="1040"/>
                    <a:pt x="6655" y="576"/>
                  </a:cubicBezTo>
                  <a:cubicBezTo>
                    <a:pt x="6284" y="205"/>
                    <a:pt x="5830" y="1"/>
                    <a:pt x="52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58" name="Google Shape;158;p24"/>
          <p:cNvSpPr/>
          <p:nvPr/>
        </p:nvSpPr>
        <p:spPr>
          <a:xfrm>
            <a:off x="8184900" y="3389925"/>
            <a:ext cx="815400" cy="815400"/>
          </a:xfrm>
          <a:prstGeom prst="donut">
            <a:avLst>
              <a:gd name="adj" fmla="val 25000"/>
            </a:avLst>
          </a:prstGeom>
          <a:solidFill>
            <a:schemeClr val="accen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/>
          <p:nvPr/>
        </p:nvSpPr>
        <p:spPr>
          <a:xfrm rot="-5400000">
            <a:off x="8134500" y="-297574"/>
            <a:ext cx="424500" cy="1307100"/>
          </a:xfrm>
          <a:prstGeom prst="round2SameRect">
            <a:avLst>
              <a:gd name="adj1" fmla="val 50000"/>
              <a:gd name="adj2" fmla="val 13354"/>
            </a:avLst>
          </a:prstGeom>
          <a:solidFill>
            <a:schemeClr val="accen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1" name="Google Shape;161;p25"/>
          <p:cNvSpPr/>
          <p:nvPr/>
        </p:nvSpPr>
        <p:spPr>
          <a:xfrm>
            <a:off x="147750" y="3437550"/>
            <a:ext cx="815400" cy="815400"/>
          </a:xfrm>
          <a:prstGeom prst="donut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2" name="Google Shape;162;p25"/>
          <p:cNvSpPr/>
          <p:nvPr/>
        </p:nvSpPr>
        <p:spPr>
          <a:xfrm>
            <a:off x="147750" y="4374900"/>
            <a:ext cx="1133100" cy="6249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rPr>
              <a:t>Protein</a:t>
            </a:r>
            <a:endParaRPr>
              <a:solidFill>
                <a:schemeClr val="accent1"/>
              </a:solidFill>
              <a:latin typeface="Viga" panose="020B0800030000020004"/>
              <a:ea typeface="Viga" panose="020B0800030000020004"/>
              <a:cs typeface="Viga" panose="020B0800030000020004"/>
              <a:sym typeface="Viga" panose="020B0800030000020004"/>
            </a:endParaRPr>
          </a:p>
        </p:txBody>
      </p:sp>
      <p:sp>
        <p:nvSpPr>
          <p:cNvPr id="163" name="Google Shape;163;p25"/>
          <p:cNvSpPr/>
          <p:nvPr/>
        </p:nvSpPr>
        <p:spPr>
          <a:xfrm rot="8101323">
            <a:off x="7764034" y="663634"/>
            <a:ext cx="551331" cy="551331"/>
          </a:xfrm>
          <a:prstGeom prst="teardrop">
            <a:avLst>
              <a:gd name="adj" fmla="val 100000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64" name="Google Shape;164;p25"/>
          <p:cNvGrpSpPr/>
          <p:nvPr/>
        </p:nvGrpSpPr>
        <p:grpSpPr>
          <a:xfrm rot="5400000">
            <a:off x="7600875" y="1464875"/>
            <a:ext cx="2209950" cy="552300"/>
            <a:chOff x="9467850" y="1553225"/>
            <a:chExt cx="2209950" cy="552300"/>
          </a:xfrm>
        </p:grpSpPr>
        <p:sp>
          <p:nvSpPr>
            <p:cNvPr id="165" name="Google Shape;165;p25"/>
            <p:cNvSpPr/>
            <p:nvPr/>
          </p:nvSpPr>
          <p:spPr>
            <a:xfrm rot="-5400000">
              <a:off x="10296600" y="724475"/>
              <a:ext cx="552300" cy="2209800"/>
            </a:xfrm>
            <a:prstGeom prst="round2SameRect">
              <a:avLst>
                <a:gd name="adj1" fmla="val 50000"/>
                <a:gd name="adj2" fmla="val 13354"/>
              </a:avLst>
            </a:prstGeom>
            <a:solidFill>
              <a:schemeClr val="lt2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166" name="Google Shape;166;p25"/>
            <p:cNvSpPr txBox="1"/>
            <p:nvPr/>
          </p:nvSpPr>
          <p:spPr>
            <a:xfrm>
              <a:off x="9468000" y="1619825"/>
              <a:ext cx="2209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accent1"/>
                  </a:solidFill>
                  <a:latin typeface="Viga" panose="020B0800030000020004"/>
                  <a:ea typeface="Viga" panose="020B0800030000020004"/>
                  <a:cs typeface="Viga" panose="020B0800030000020004"/>
                  <a:sym typeface="Viga" panose="020B0800030000020004"/>
                </a:rPr>
                <a:t>sodium dodecyl sulfate</a:t>
              </a:r>
              <a:endParaRPr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14300" y="1152475"/>
            <a:ext cx="77154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Char char="●"/>
              <a:defRPr sz="1800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○"/>
              <a:defRPr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■"/>
              <a:defRPr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●"/>
              <a:defRPr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○"/>
              <a:defRPr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■"/>
              <a:defRPr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●"/>
              <a:defRPr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○"/>
              <a:defRPr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■"/>
              <a:defRPr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4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8F7"/>
        </a:solidFill>
        <a:effectLst/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/>
          <p:nvPr/>
        </p:nvSpPr>
        <p:spPr>
          <a:xfrm>
            <a:off x="2321100" y="3262063"/>
            <a:ext cx="4501800" cy="5364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" name="Google Shape;180;p30"/>
          <p:cNvSpPr txBox="1"/>
          <p:nvPr>
            <p:ph type="ctrTitle"/>
          </p:nvPr>
        </p:nvSpPr>
        <p:spPr>
          <a:xfrm>
            <a:off x="2014825" y="1068300"/>
            <a:ext cx="5115000" cy="17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/>
              <a:t>RETAIL PROJECT</a:t>
            </a:r>
            <a:endParaRPr lang="en-IN" altLang="en-GB"/>
          </a:p>
        </p:txBody>
      </p:sp>
      <p:sp>
        <p:nvSpPr>
          <p:cNvPr id="181" name="Google Shape;181;p30"/>
          <p:cNvSpPr txBox="1"/>
          <p:nvPr>
            <p:ph type="subTitle" idx="1"/>
          </p:nvPr>
        </p:nvSpPr>
        <p:spPr>
          <a:xfrm>
            <a:off x="2478900" y="3375463"/>
            <a:ext cx="4186200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/>
              <a:t>E-COMMERCE WEBSITE</a:t>
            </a:r>
            <a:endParaRPr lang="en-IN" altLang="en-GB"/>
          </a:p>
        </p:txBody>
      </p:sp>
      <p:sp>
        <p:nvSpPr>
          <p:cNvPr id="182" name="Google Shape;182;p30"/>
          <p:cNvSpPr/>
          <p:nvPr/>
        </p:nvSpPr>
        <p:spPr>
          <a:xfrm rot="8100887">
            <a:off x="7473315" y="3237865"/>
            <a:ext cx="1289685" cy="1408430"/>
          </a:xfrm>
          <a:prstGeom prst="teardrop">
            <a:avLst>
              <a:gd name="adj" fmla="val 100000"/>
            </a:avLst>
          </a:prstGeom>
          <a:solidFill>
            <a:schemeClr val="l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32"/>
          <p:cNvGrpSpPr/>
          <p:nvPr/>
        </p:nvGrpSpPr>
        <p:grpSpPr>
          <a:xfrm>
            <a:off x="831850" y="1348105"/>
            <a:ext cx="401320" cy="433705"/>
            <a:chOff x="2615975" y="4376050"/>
            <a:chExt cx="1187675" cy="1676775"/>
          </a:xfrm>
        </p:grpSpPr>
        <p:sp>
          <p:nvSpPr>
            <p:cNvPr id="227" name="Google Shape;227;p32"/>
            <p:cNvSpPr/>
            <p:nvPr/>
          </p:nvSpPr>
          <p:spPr>
            <a:xfrm>
              <a:off x="3299375" y="5537175"/>
              <a:ext cx="468275" cy="468250"/>
            </a:xfrm>
            <a:custGeom>
              <a:avLst/>
              <a:gdLst/>
              <a:ahLst/>
              <a:cxnLst/>
              <a:rect l="l" t="t" r="r" b="b"/>
              <a:pathLst>
                <a:path w="18731" h="18730" extrusionOk="0">
                  <a:moveTo>
                    <a:pt x="266" y="18730"/>
                  </a:moveTo>
                  <a:lnTo>
                    <a:pt x="18730" y="228"/>
                  </a:lnTo>
                  <a:cubicBezTo>
                    <a:pt x="18730" y="228"/>
                    <a:pt x="10048" y="0"/>
                    <a:pt x="5005" y="5005"/>
                  </a:cubicBezTo>
                  <a:cubicBezTo>
                    <a:pt x="1" y="10010"/>
                    <a:pt x="266" y="18730"/>
                    <a:pt x="266" y="187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" name="Google Shape;228;p32"/>
            <p:cNvSpPr/>
            <p:nvPr/>
          </p:nvSpPr>
          <p:spPr>
            <a:xfrm>
              <a:off x="2615975" y="4376050"/>
              <a:ext cx="1187675" cy="1676775"/>
            </a:xfrm>
            <a:custGeom>
              <a:avLst/>
              <a:gdLst/>
              <a:ahLst/>
              <a:cxnLst/>
              <a:rect l="l" t="t" r="r" b="b"/>
              <a:pathLst>
                <a:path w="47507" h="67071" extrusionOk="0">
                  <a:moveTo>
                    <a:pt x="37384" y="1"/>
                  </a:moveTo>
                  <a:lnTo>
                    <a:pt x="10124" y="1"/>
                  </a:lnTo>
                  <a:cubicBezTo>
                    <a:pt x="4550" y="1"/>
                    <a:pt x="1" y="4513"/>
                    <a:pt x="1" y="10124"/>
                  </a:cubicBezTo>
                  <a:lnTo>
                    <a:pt x="1" y="42919"/>
                  </a:lnTo>
                  <a:cubicBezTo>
                    <a:pt x="1" y="55507"/>
                    <a:pt x="9821" y="65895"/>
                    <a:pt x="22370" y="66616"/>
                  </a:cubicBezTo>
                  <a:cubicBezTo>
                    <a:pt x="31697" y="67070"/>
                    <a:pt x="27337" y="58957"/>
                    <a:pt x="33555" y="52739"/>
                  </a:cubicBezTo>
                  <a:cubicBezTo>
                    <a:pt x="39469" y="46862"/>
                    <a:pt x="47052" y="50388"/>
                    <a:pt x="47507" y="42919"/>
                  </a:cubicBezTo>
                  <a:lnTo>
                    <a:pt x="47507" y="10124"/>
                  </a:lnTo>
                  <a:cubicBezTo>
                    <a:pt x="47507" y="4513"/>
                    <a:pt x="42957" y="1"/>
                    <a:pt x="37384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" name="Google Shape;229;p32"/>
            <p:cNvSpPr/>
            <p:nvPr/>
          </p:nvSpPr>
          <p:spPr>
            <a:xfrm>
              <a:off x="3306025" y="5545700"/>
              <a:ext cx="458775" cy="459725"/>
            </a:xfrm>
            <a:custGeom>
              <a:avLst/>
              <a:gdLst/>
              <a:ahLst/>
              <a:cxnLst/>
              <a:rect l="l" t="t" r="r" b="b"/>
              <a:pathLst>
                <a:path w="18351" h="18389" extrusionOk="0">
                  <a:moveTo>
                    <a:pt x="18350" y="1"/>
                  </a:moveTo>
                  <a:cubicBezTo>
                    <a:pt x="17403" y="683"/>
                    <a:pt x="16341" y="1138"/>
                    <a:pt x="15204" y="1328"/>
                  </a:cubicBezTo>
                  <a:cubicBezTo>
                    <a:pt x="14104" y="1669"/>
                    <a:pt x="12967" y="1934"/>
                    <a:pt x="11867" y="2275"/>
                  </a:cubicBezTo>
                  <a:cubicBezTo>
                    <a:pt x="10730" y="2655"/>
                    <a:pt x="9630" y="3110"/>
                    <a:pt x="8607" y="3678"/>
                  </a:cubicBezTo>
                  <a:cubicBezTo>
                    <a:pt x="6521" y="4854"/>
                    <a:pt x="4815" y="6560"/>
                    <a:pt x="3640" y="8645"/>
                  </a:cubicBezTo>
                  <a:cubicBezTo>
                    <a:pt x="3071" y="9669"/>
                    <a:pt x="2616" y="10768"/>
                    <a:pt x="2275" y="11906"/>
                  </a:cubicBezTo>
                  <a:cubicBezTo>
                    <a:pt x="1934" y="13005"/>
                    <a:pt x="1668" y="14142"/>
                    <a:pt x="1327" y="15242"/>
                  </a:cubicBezTo>
                  <a:cubicBezTo>
                    <a:pt x="1100" y="16379"/>
                    <a:pt x="645" y="17441"/>
                    <a:pt x="0" y="18389"/>
                  </a:cubicBezTo>
                  <a:cubicBezTo>
                    <a:pt x="796" y="17555"/>
                    <a:pt x="1441" y="16493"/>
                    <a:pt x="1782" y="15394"/>
                  </a:cubicBezTo>
                  <a:cubicBezTo>
                    <a:pt x="2123" y="14256"/>
                    <a:pt x="2389" y="13119"/>
                    <a:pt x="2730" y="12019"/>
                  </a:cubicBezTo>
                  <a:cubicBezTo>
                    <a:pt x="3071" y="10920"/>
                    <a:pt x="3488" y="9858"/>
                    <a:pt x="4057" y="8872"/>
                  </a:cubicBezTo>
                  <a:cubicBezTo>
                    <a:pt x="5194" y="6863"/>
                    <a:pt x="6825" y="5195"/>
                    <a:pt x="8834" y="4095"/>
                  </a:cubicBezTo>
                  <a:cubicBezTo>
                    <a:pt x="9820" y="3527"/>
                    <a:pt x="10881" y="3072"/>
                    <a:pt x="11981" y="2730"/>
                  </a:cubicBezTo>
                  <a:cubicBezTo>
                    <a:pt x="13080" y="2389"/>
                    <a:pt x="14218" y="2124"/>
                    <a:pt x="15317" y="1783"/>
                  </a:cubicBezTo>
                  <a:cubicBezTo>
                    <a:pt x="16455" y="1441"/>
                    <a:pt x="17478" y="835"/>
                    <a:pt x="1835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31" name="Google Shape;231;p32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 of contents</a:t>
            </a:r>
            <a:endParaRPr lang="en-GB"/>
          </a:p>
        </p:txBody>
      </p:sp>
      <p:sp>
        <p:nvSpPr>
          <p:cNvPr id="232" name="Google Shape;232;p32"/>
          <p:cNvSpPr txBox="1"/>
          <p:nvPr>
            <p:ph type="title" idx="2"/>
          </p:nvPr>
        </p:nvSpPr>
        <p:spPr>
          <a:xfrm>
            <a:off x="1259680" y="1238675"/>
            <a:ext cx="2369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 sz="2400"/>
              <a:t>Team members</a:t>
            </a:r>
            <a:endParaRPr lang="en-IN" altLang="en-GB" sz="2400"/>
          </a:p>
        </p:txBody>
      </p:sp>
      <p:sp>
        <p:nvSpPr>
          <p:cNvPr id="233" name="Google Shape;233;p32"/>
          <p:cNvSpPr txBox="1"/>
          <p:nvPr>
            <p:ph type="title" idx="3"/>
          </p:nvPr>
        </p:nvSpPr>
        <p:spPr>
          <a:xfrm>
            <a:off x="827405" y="1348105"/>
            <a:ext cx="373380" cy="32575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 sz="160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endParaRPr lang="en-IN" altLang="en-GB" sz="160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43" name="Google Shape;243;p32"/>
          <p:cNvSpPr/>
          <p:nvPr/>
        </p:nvSpPr>
        <p:spPr>
          <a:xfrm>
            <a:off x="7423500" y="143725"/>
            <a:ext cx="1576800" cy="471300"/>
          </a:xfrm>
          <a:prstGeom prst="roundRect">
            <a:avLst>
              <a:gd name="adj" fmla="val 38531"/>
            </a:avLst>
          </a:prstGeom>
          <a:solidFill>
            <a:schemeClr val="l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rPr>
              <a:t>RETAIL</a:t>
            </a:r>
            <a:endParaRPr lang="en-IN">
              <a:solidFill>
                <a:schemeClr val="accent1"/>
              </a:solidFill>
              <a:latin typeface="Viga" panose="020B0800030000020004"/>
              <a:ea typeface="Viga" panose="020B0800030000020004"/>
              <a:cs typeface="Viga" panose="020B0800030000020004"/>
              <a:sym typeface="Viga" panose="020B0800030000020004"/>
            </a:endParaRPr>
          </a:p>
        </p:txBody>
      </p:sp>
      <p:sp>
        <p:nvSpPr>
          <p:cNvPr id="244" name="Google Shape;244;p32"/>
          <p:cNvSpPr/>
          <p:nvPr/>
        </p:nvSpPr>
        <p:spPr>
          <a:xfrm>
            <a:off x="7786950" y="776325"/>
            <a:ext cx="1133100" cy="6249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  <a:latin typeface="Viga" panose="020B0800030000020004"/>
              <a:ea typeface="Viga" panose="020B0800030000020004"/>
              <a:cs typeface="Viga" panose="020B0800030000020004"/>
              <a:sym typeface="Viga" panose="020B0800030000020004"/>
            </a:endParaRPr>
          </a:p>
        </p:txBody>
      </p:sp>
      <p:sp>
        <p:nvSpPr>
          <p:cNvPr id="245" name="Google Shape;245;p32"/>
          <p:cNvSpPr/>
          <p:nvPr/>
        </p:nvSpPr>
        <p:spPr>
          <a:xfrm rot="8101323">
            <a:off x="6757834" y="158534"/>
            <a:ext cx="551331" cy="551331"/>
          </a:xfrm>
          <a:prstGeom prst="teardrop">
            <a:avLst>
              <a:gd name="adj" fmla="val 100000"/>
            </a:avLst>
          </a:prstGeom>
          <a:solidFill>
            <a:schemeClr val="accen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2" name="Google Shape;226;p32"/>
          <p:cNvGrpSpPr/>
          <p:nvPr/>
        </p:nvGrpSpPr>
        <p:grpSpPr>
          <a:xfrm>
            <a:off x="831850" y="2099945"/>
            <a:ext cx="401320" cy="433705"/>
            <a:chOff x="2615975" y="4376050"/>
            <a:chExt cx="1187675" cy="1676775"/>
          </a:xfrm>
        </p:grpSpPr>
        <p:sp>
          <p:nvSpPr>
            <p:cNvPr id="13" name="Google Shape;227;p32"/>
            <p:cNvSpPr/>
            <p:nvPr/>
          </p:nvSpPr>
          <p:spPr>
            <a:xfrm>
              <a:off x="3299375" y="5537175"/>
              <a:ext cx="468275" cy="468250"/>
            </a:xfrm>
            <a:custGeom>
              <a:avLst/>
              <a:gdLst/>
              <a:ahLst/>
              <a:cxnLst/>
              <a:rect l="l" t="t" r="r" b="b"/>
              <a:pathLst>
                <a:path w="18731" h="18730" extrusionOk="0">
                  <a:moveTo>
                    <a:pt x="266" y="18730"/>
                  </a:moveTo>
                  <a:lnTo>
                    <a:pt x="18730" y="228"/>
                  </a:lnTo>
                  <a:cubicBezTo>
                    <a:pt x="18730" y="228"/>
                    <a:pt x="10048" y="0"/>
                    <a:pt x="5005" y="5005"/>
                  </a:cubicBezTo>
                  <a:cubicBezTo>
                    <a:pt x="1" y="10010"/>
                    <a:pt x="266" y="18730"/>
                    <a:pt x="266" y="187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228;p32"/>
            <p:cNvSpPr/>
            <p:nvPr/>
          </p:nvSpPr>
          <p:spPr>
            <a:xfrm>
              <a:off x="2615975" y="4376050"/>
              <a:ext cx="1187675" cy="1676775"/>
            </a:xfrm>
            <a:custGeom>
              <a:avLst/>
              <a:gdLst/>
              <a:ahLst/>
              <a:cxnLst/>
              <a:rect l="l" t="t" r="r" b="b"/>
              <a:pathLst>
                <a:path w="47507" h="67071" extrusionOk="0">
                  <a:moveTo>
                    <a:pt x="37384" y="1"/>
                  </a:moveTo>
                  <a:lnTo>
                    <a:pt x="10124" y="1"/>
                  </a:lnTo>
                  <a:cubicBezTo>
                    <a:pt x="4550" y="1"/>
                    <a:pt x="1" y="4513"/>
                    <a:pt x="1" y="10124"/>
                  </a:cubicBezTo>
                  <a:lnTo>
                    <a:pt x="1" y="42919"/>
                  </a:lnTo>
                  <a:cubicBezTo>
                    <a:pt x="1" y="55507"/>
                    <a:pt x="9821" y="65895"/>
                    <a:pt x="22370" y="66616"/>
                  </a:cubicBezTo>
                  <a:cubicBezTo>
                    <a:pt x="31697" y="67070"/>
                    <a:pt x="27337" y="58957"/>
                    <a:pt x="33555" y="52739"/>
                  </a:cubicBezTo>
                  <a:cubicBezTo>
                    <a:pt x="39469" y="46862"/>
                    <a:pt x="47052" y="50388"/>
                    <a:pt x="47507" y="42919"/>
                  </a:cubicBezTo>
                  <a:lnTo>
                    <a:pt x="47507" y="10124"/>
                  </a:lnTo>
                  <a:cubicBezTo>
                    <a:pt x="47507" y="4513"/>
                    <a:pt x="42957" y="1"/>
                    <a:pt x="37384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229;p32"/>
            <p:cNvSpPr/>
            <p:nvPr/>
          </p:nvSpPr>
          <p:spPr>
            <a:xfrm>
              <a:off x="3306025" y="5545700"/>
              <a:ext cx="458775" cy="459725"/>
            </a:xfrm>
            <a:custGeom>
              <a:avLst/>
              <a:gdLst/>
              <a:ahLst/>
              <a:cxnLst/>
              <a:rect l="l" t="t" r="r" b="b"/>
              <a:pathLst>
                <a:path w="18351" h="18389" extrusionOk="0">
                  <a:moveTo>
                    <a:pt x="18350" y="1"/>
                  </a:moveTo>
                  <a:cubicBezTo>
                    <a:pt x="17403" y="683"/>
                    <a:pt x="16341" y="1138"/>
                    <a:pt x="15204" y="1328"/>
                  </a:cubicBezTo>
                  <a:cubicBezTo>
                    <a:pt x="14104" y="1669"/>
                    <a:pt x="12967" y="1934"/>
                    <a:pt x="11867" y="2275"/>
                  </a:cubicBezTo>
                  <a:cubicBezTo>
                    <a:pt x="10730" y="2655"/>
                    <a:pt x="9630" y="3110"/>
                    <a:pt x="8607" y="3678"/>
                  </a:cubicBezTo>
                  <a:cubicBezTo>
                    <a:pt x="6521" y="4854"/>
                    <a:pt x="4815" y="6560"/>
                    <a:pt x="3640" y="8645"/>
                  </a:cubicBezTo>
                  <a:cubicBezTo>
                    <a:pt x="3071" y="9669"/>
                    <a:pt x="2616" y="10768"/>
                    <a:pt x="2275" y="11906"/>
                  </a:cubicBezTo>
                  <a:cubicBezTo>
                    <a:pt x="1934" y="13005"/>
                    <a:pt x="1668" y="14142"/>
                    <a:pt x="1327" y="15242"/>
                  </a:cubicBezTo>
                  <a:cubicBezTo>
                    <a:pt x="1100" y="16379"/>
                    <a:pt x="645" y="17441"/>
                    <a:pt x="0" y="18389"/>
                  </a:cubicBezTo>
                  <a:cubicBezTo>
                    <a:pt x="796" y="17555"/>
                    <a:pt x="1441" y="16493"/>
                    <a:pt x="1782" y="15394"/>
                  </a:cubicBezTo>
                  <a:cubicBezTo>
                    <a:pt x="2123" y="14256"/>
                    <a:pt x="2389" y="13119"/>
                    <a:pt x="2730" y="12019"/>
                  </a:cubicBezTo>
                  <a:cubicBezTo>
                    <a:pt x="3071" y="10920"/>
                    <a:pt x="3488" y="9858"/>
                    <a:pt x="4057" y="8872"/>
                  </a:cubicBezTo>
                  <a:cubicBezTo>
                    <a:pt x="5194" y="6863"/>
                    <a:pt x="6825" y="5195"/>
                    <a:pt x="8834" y="4095"/>
                  </a:cubicBezTo>
                  <a:cubicBezTo>
                    <a:pt x="9820" y="3527"/>
                    <a:pt x="10881" y="3072"/>
                    <a:pt x="11981" y="2730"/>
                  </a:cubicBezTo>
                  <a:cubicBezTo>
                    <a:pt x="13080" y="2389"/>
                    <a:pt x="14218" y="2124"/>
                    <a:pt x="15317" y="1783"/>
                  </a:cubicBezTo>
                  <a:cubicBezTo>
                    <a:pt x="16455" y="1441"/>
                    <a:pt x="17478" y="835"/>
                    <a:pt x="1835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" name="Google Shape;232;p32"/>
          <p:cNvSpPr txBox="1"/>
          <p:nvPr/>
        </p:nvSpPr>
        <p:spPr>
          <a:xfrm>
            <a:off x="1259680" y="1990515"/>
            <a:ext cx="2369700" cy="411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 sz="2400"/>
              <a:t>Sprint 1</a:t>
            </a:r>
            <a:endParaRPr lang="en-IN" altLang="en-GB" sz="2400"/>
          </a:p>
        </p:txBody>
      </p:sp>
      <p:sp>
        <p:nvSpPr>
          <p:cNvPr id="17" name="Google Shape;233;p32"/>
          <p:cNvSpPr txBox="1"/>
          <p:nvPr/>
        </p:nvSpPr>
        <p:spPr>
          <a:xfrm>
            <a:off x="827405" y="2099945"/>
            <a:ext cx="373380" cy="32575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 sz="160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endParaRPr lang="en-IN" altLang="en-GB" sz="160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24" name="Google Shape;226;p32"/>
          <p:cNvGrpSpPr/>
          <p:nvPr/>
        </p:nvGrpSpPr>
        <p:grpSpPr>
          <a:xfrm>
            <a:off x="831850" y="2969260"/>
            <a:ext cx="401320" cy="433705"/>
            <a:chOff x="2615975" y="4376050"/>
            <a:chExt cx="1187675" cy="1676775"/>
          </a:xfrm>
        </p:grpSpPr>
        <p:sp>
          <p:nvSpPr>
            <p:cNvPr id="25" name="Google Shape;227;p32"/>
            <p:cNvSpPr/>
            <p:nvPr/>
          </p:nvSpPr>
          <p:spPr>
            <a:xfrm>
              <a:off x="3299375" y="5537175"/>
              <a:ext cx="468275" cy="468250"/>
            </a:xfrm>
            <a:custGeom>
              <a:avLst/>
              <a:gdLst/>
              <a:ahLst/>
              <a:cxnLst/>
              <a:rect l="l" t="t" r="r" b="b"/>
              <a:pathLst>
                <a:path w="18731" h="18730" extrusionOk="0">
                  <a:moveTo>
                    <a:pt x="266" y="18730"/>
                  </a:moveTo>
                  <a:lnTo>
                    <a:pt x="18730" y="228"/>
                  </a:lnTo>
                  <a:cubicBezTo>
                    <a:pt x="18730" y="228"/>
                    <a:pt x="10048" y="0"/>
                    <a:pt x="5005" y="5005"/>
                  </a:cubicBezTo>
                  <a:cubicBezTo>
                    <a:pt x="1" y="10010"/>
                    <a:pt x="266" y="18730"/>
                    <a:pt x="266" y="187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228;p32"/>
            <p:cNvSpPr/>
            <p:nvPr/>
          </p:nvSpPr>
          <p:spPr>
            <a:xfrm>
              <a:off x="2615975" y="4376050"/>
              <a:ext cx="1187675" cy="1676775"/>
            </a:xfrm>
            <a:custGeom>
              <a:avLst/>
              <a:gdLst/>
              <a:ahLst/>
              <a:cxnLst/>
              <a:rect l="l" t="t" r="r" b="b"/>
              <a:pathLst>
                <a:path w="47507" h="67071" extrusionOk="0">
                  <a:moveTo>
                    <a:pt x="37384" y="1"/>
                  </a:moveTo>
                  <a:lnTo>
                    <a:pt x="10124" y="1"/>
                  </a:lnTo>
                  <a:cubicBezTo>
                    <a:pt x="4550" y="1"/>
                    <a:pt x="1" y="4513"/>
                    <a:pt x="1" y="10124"/>
                  </a:cubicBezTo>
                  <a:lnTo>
                    <a:pt x="1" y="42919"/>
                  </a:lnTo>
                  <a:cubicBezTo>
                    <a:pt x="1" y="55507"/>
                    <a:pt x="9821" y="65895"/>
                    <a:pt x="22370" y="66616"/>
                  </a:cubicBezTo>
                  <a:cubicBezTo>
                    <a:pt x="31697" y="67070"/>
                    <a:pt x="27337" y="58957"/>
                    <a:pt x="33555" y="52739"/>
                  </a:cubicBezTo>
                  <a:cubicBezTo>
                    <a:pt x="39469" y="46862"/>
                    <a:pt x="47052" y="50388"/>
                    <a:pt x="47507" y="42919"/>
                  </a:cubicBezTo>
                  <a:lnTo>
                    <a:pt x="47507" y="10124"/>
                  </a:lnTo>
                  <a:cubicBezTo>
                    <a:pt x="47507" y="4513"/>
                    <a:pt x="42957" y="1"/>
                    <a:pt x="37384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229;p32"/>
            <p:cNvSpPr/>
            <p:nvPr/>
          </p:nvSpPr>
          <p:spPr>
            <a:xfrm>
              <a:off x="3306025" y="5545700"/>
              <a:ext cx="458775" cy="459725"/>
            </a:xfrm>
            <a:custGeom>
              <a:avLst/>
              <a:gdLst/>
              <a:ahLst/>
              <a:cxnLst/>
              <a:rect l="l" t="t" r="r" b="b"/>
              <a:pathLst>
                <a:path w="18351" h="18389" extrusionOk="0">
                  <a:moveTo>
                    <a:pt x="18350" y="1"/>
                  </a:moveTo>
                  <a:cubicBezTo>
                    <a:pt x="17403" y="683"/>
                    <a:pt x="16341" y="1138"/>
                    <a:pt x="15204" y="1328"/>
                  </a:cubicBezTo>
                  <a:cubicBezTo>
                    <a:pt x="14104" y="1669"/>
                    <a:pt x="12967" y="1934"/>
                    <a:pt x="11867" y="2275"/>
                  </a:cubicBezTo>
                  <a:cubicBezTo>
                    <a:pt x="10730" y="2655"/>
                    <a:pt x="9630" y="3110"/>
                    <a:pt x="8607" y="3678"/>
                  </a:cubicBezTo>
                  <a:cubicBezTo>
                    <a:pt x="6521" y="4854"/>
                    <a:pt x="4815" y="6560"/>
                    <a:pt x="3640" y="8645"/>
                  </a:cubicBezTo>
                  <a:cubicBezTo>
                    <a:pt x="3071" y="9669"/>
                    <a:pt x="2616" y="10768"/>
                    <a:pt x="2275" y="11906"/>
                  </a:cubicBezTo>
                  <a:cubicBezTo>
                    <a:pt x="1934" y="13005"/>
                    <a:pt x="1668" y="14142"/>
                    <a:pt x="1327" y="15242"/>
                  </a:cubicBezTo>
                  <a:cubicBezTo>
                    <a:pt x="1100" y="16379"/>
                    <a:pt x="645" y="17441"/>
                    <a:pt x="0" y="18389"/>
                  </a:cubicBezTo>
                  <a:cubicBezTo>
                    <a:pt x="796" y="17555"/>
                    <a:pt x="1441" y="16493"/>
                    <a:pt x="1782" y="15394"/>
                  </a:cubicBezTo>
                  <a:cubicBezTo>
                    <a:pt x="2123" y="14256"/>
                    <a:pt x="2389" y="13119"/>
                    <a:pt x="2730" y="12019"/>
                  </a:cubicBezTo>
                  <a:cubicBezTo>
                    <a:pt x="3071" y="10920"/>
                    <a:pt x="3488" y="9858"/>
                    <a:pt x="4057" y="8872"/>
                  </a:cubicBezTo>
                  <a:cubicBezTo>
                    <a:pt x="5194" y="6863"/>
                    <a:pt x="6825" y="5195"/>
                    <a:pt x="8834" y="4095"/>
                  </a:cubicBezTo>
                  <a:cubicBezTo>
                    <a:pt x="9820" y="3527"/>
                    <a:pt x="10881" y="3072"/>
                    <a:pt x="11981" y="2730"/>
                  </a:cubicBezTo>
                  <a:cubicBezTo>
                    <a:pt x="13080" y="2389"/>
                    <a:pt x="14218" y="2124"/>
                    <a:pt x="15317" y="1783"/>
                  </a:cubicBezTo>
                  <a:cubicBezTo>
                    <a:pt x="16455" y="1441"/>
                    <a:pt x="17478" y="835"/>
                    <a:pt x="1835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8" name="Google Shape;232;p32"/>
          <p:cNvSpPr txBox="1"/>
          <p:nvPr/>
        </p:nvSpPr>
        <p:spPr>
          <a:xfrm>
            <a:off x="1259680" y="2859830"/>
            <a:ext cx="2369700" cy="411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 sz="2400"/>
              <a:t>Sprint 2</a:t>
            </a:r>
            <a:endParaRPr lang="en-IN" altLang="en-GB" sz="2400"/>
          </a:p>
        </p:txBody>
      </p:sp>
      <p:sp>
        <p:nvSpPr>
          <p:cNvPr id="29" name="Google Shape;233;p32"/>
          <p:cNvSpPr txBox="1"/>
          <p:nvPr/>
        </p:nvSpPr>
        <p:spPr>
          <a:xfrm>
            <a:off x="827405" y="2969260"/>
            <a:ext cx="373380" cy="32575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iga" panose="020B0800030000020004"/>
              <a:buNone/>
              <a:defRPr sz="3100" b="0" i="0" u="none" strike="noStrike" cap="none">
                <a:solidFill>
                  <a:schemeClr val="accen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 sz="1600">
                <a:solidFill>
                  <a:schemeClr val="bg2">
                    <a:lumMod val="20000"/>
                    <a:lumOff val="80000"/>
                  </a:schemeClr>
                </a:solidFill>
              </a:rPr>
              <a:t>3</a:t>
            </a:r>
            <a:endParaRPr lang="en-IN" altLang="en-GB" sz="160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4"/>
          <p:cNvSpPr txBox="1"/>
          <p:nvPr>
            <p:ph type="title"/>
          </p:nvPr>
        </p:nvSpPr>
        <p:spPr>
          <a:xfrm>
            <a:off x="1355925" y="1768000"/>
            <a:ext cx="3651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/>
              <a:t>TEAM MEMBERS</a:t>
            </a:r>
            <a:endParaRPr lang="en-IN" altLang="en-GB"/>
          </a:p>
        </p:txBody>
      </p:sp>
      <p:grpSp>
        <p:nvGrpSpPr>
          <p:cNvPr id="281" name="Google Shape;281;p34"/>
          <p:cNvGrpSpPr/>
          <p:nvPr/>
        </p:nvGrpSpPr>
        <p:grpSpPr>
          <a:xfrm>
            <a:off x="6442499" y="495015"/>
            <a:ext cx="1337797" cy="1888719"/>
            <a:chOff x="2615975" y="4376050"/>
            <a:chExt cx="1187675" cy="1676775"/>
          </a:xfrm>
        </p:grpSpPr>
        <p:sp>
          <p:nvSpPr>
            <p:cNvPr id="282" name="Google Shape;282;p34"/>
            <p:cNvSpPr/>
            <p:nvPr/>
          </p:nvSpPr>
          <p:spPr>
            <a:xfrm>
              <a:off x="3299375" y="5537175"/>
              <a:ext cx="468275" cy="468250"/>
            </a:xfrm>
            <a:custGeom>
              <a:avLst/>
              <a:gdLst/>
              <a:ahLst/>
              <a:cxnLst/>
              <a:rect l="l" t="t" r="r" b="b"/>
              <a:pathLst>
                <a:path w="18731" h="18730" extrusionOk="0">
                  <a:moveTo>
                    <a:pt x="266" y="18730"/>
                  </a:moveTo>
                  <a:lnTo>
                    <a:pt x="18730" y="228"/>
                  </a:lnTo>
                  <a:cubicBezTo>
                    <a:pt x="18730" y="228"/>
                    <a:pt x="10048" y="0"/>
                    <a:pt x="5005" y="5005"/>
                  </a:cubicBezTo>
                  <a:cubicBezTo>
                    <a:pt x="1" y="10010"/>
                    <a:pt x="266" y="18730"/>
                    <a:pt x="266" y="187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283;p34"/>
            <p:cNvSpPr/>
            <p:nvPr/>
          </p:nvSpPr>
          <p:spPr>
            <a:xfrm>
              <a:off x="2615975" y="4376050"/>
              <a:ext cx="1187675" cy="1676775"/>
            </a:xfrm>
            <a:custGeom>
              <a:avLst/>
              <a:gdLst/>
              <a:ahLst/>
              <a:cxnLst/>
              <a:rect l="l" t="t" r="r" b="b"/>
              <a:pathLst>
                <a:path w="47507" h="67071" extrusionOk="0">
                  <a:moveTo>
                    <a:pt x="37384" y="1"/>
                  </a:moveTo>
                  <a:lnTo>
                    <a:pt x="10124" y="1"/>
                  </a:lnTo>
                  <a:cubicBezTo>
                    <a:pt x="4550" y="1"/>
                    <a:pt x="1" y="4513"/>
                    <a:pt x="1" y="10124"/>
                  </a:cubicBezTo>
                  <a:lnTo>
                    <a:pt x="1" y="42919"/>
                  </a:lnTo>
                  <a:cubicBezTo>
                    <a:pt x="1" y="55507"/>
                    <a:pt x="9821" y="65895"/>
                    <a:pt x="22370" y="66616"/>
                  </a:cubicBezTo>
                  <a:cubicBezTo>
                    <a:pt x="31697" y="67070"/>
                    <a:pt x="27337" y="58957"/>
                    <a:pt x="33555" y="52739"/>
                  </a:cubicBezTo>
                  <a:cubicBezTo>
                    <a:pt x="39469" y="46862"/>
                    <a:pt x="47052" y="50388"/>
                    <a:pt x="47507" y="42919"/>
                  </a:cubicBezTo>
                  <a:lnTo>
                    <a:pt x="47507" y="10124"/>
                  </a:lnTo>
                  <a:cubicBezTo>
                    <a:pt x="47507" y="4513"/>
                    <a:pt x="42957" y="1"/>
                    <a:pt x="37384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284;p34"/>
            <p:cNvSpPr/>
            <p:nvPr/>
          </p:nvSpPr>
          <p:spPr>
            <a:xfrm>
              <a:off x="3306025" y="5545700"/>
              <a:ext cx="458775" cy="459725"/>
            </a:xfrm>
            <a:custGeom>
              <a:avLst/>
              <a:gdLst/>
              <a:ahLst/>
              <a:cxnLst/>
              <a:rect l="l" t="t" r="r" b="b"/>
              <a:pathLst>
                <a:path w="18351" h="18389" extrusionOk="0">
                  <a:moveTo>
                    <a:pt x="18350" y="1"/>
                  </a:moveTo>
                  <a:cubicBezTo>
                    <a:pt x="17403" y="683"/>
                    <a:pt x="16341" y="1138"/>
                    <a:pt x="15204" y="1328"/>
                  </a:cubicBezTo>
                  <a:cubicBezTo>
                    <a:pt x="14104" y="1669"/>
                    <a:pt x="12967" y="1934"/>
                    <a:pt x="11867" y="2275"/>
                  </a:cubicBezTo>
                  <a:cubicBezTo>
                    <a:pt x="10730" y="2655"/>
                    <a:pt x="9630" y="3110"/>
                    <a:pt x="8607" y="3678"/>
                  </a:cubicBezTo>
                  <a:cubicBezTo>
                    <a:pt x="6521" y="4854"/>
                    <a:pt x="4815" y="6560"/>
                    <a:pt x="3640" y="8645"/>
                  </a:cubicBezTo>
                  <a:cubicBezTo>
                    <a:pt x="3071" y="9669"/>
                    <a:pt x="2616" y="10768"/>
                    <a:pt x="2275" y="11906"/>
                  </a:cubicBezTo>
                  <a:cubicBezTo>
                    <a:pt x="1934" y="13005"/>
                    <a:pt x="1668" y="14142"/>
                    <a:pt x="1327" y="15242"/>
                  </a:cubicBezTo>
                  <a:cubicBezTo>
                    <a:pt x="1100" y="16379"/>
                    <a:pt x="645" y="17441"/>
                    <a:pt x="0" y="18389"/>
                  </a:cubicBezTo>
                  <a:cubicBezTo>
                    <a:pt x="796" y="17555"/>
                    <a:pt x="1441" y="16493"/>
                    <a:pt x="1782" y="15394"/>
                  </a:cubicBezTo>
                  <a:cubicBezTo>
                    <a:pt x="2123" y="14256"/>
                    <a:pt x="2389" y="13119"/>
                    <a:pt x="2730" y="12019"/>
                  </a:cubicBezTo>
                  <a:cubicBezTo>
                    <a:pt x="3071" y="10920"/>
                    <a:pt x="3488" y="9858"/>
                    <a:pt x="4057" y="8872"/>
                  </a:cubicBezTo>
                  <a:cubicBezTo>
                    <a:pt x="5194" y="6863"/>
                    <a:pt x="6825" y="5195"/>
                    <a:pt x="8834" y="4095"/>
                  </a:cubicBezTo>
                  <a:cubicBezTo>
                    <a:pt x="9820" y="3527"/>
                    <a:pt x="10881" y="3072"/>
                    <a:pt x="11981" y="2730"/>
                  </a:cubicBezTo>
                  <a:cubicBezTo>
                    <a:pt x="13080" y="2389"/>
                    <a:pt x="14218" y="2124"/>
                    <a:pt x="15317" y="1783"/>
                  </a:cubicBezTo>
                  <a:cubicBezTo>
                    <a:pt x="16455" y="1441"/>
                    <a:pt x="17478" y="835"/>
                    <a:pt x="1835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85" name="Google Shape;285;p34"/>
          <p:cNvSpPr txBox="1"/>
          <p:nvPr>
            <p:ph type="title" idx="2"/>
          </p:nvPr>
        </p:nvSpPr>
        <p:spPr>
          <a:xfrm>
            <a:off x="6384038" y="778000"/>
            <a:ext cx="1454700" cy="9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286" name="Google Shape;286;p34"/>
          <p:cNvSpPr/>
          <p:nvPr/>
        </p:nvSpPr>
        <p:spPr>
          <a:xfrm rot="-1196685">
            <a:off x="455721" y="587296"/>
            <a:ext cx="1454647" cy="80229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 sz="1600">
                <a:solidFill>
                  <a:schemeClr val="l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rPr>
              <a:t>RETAIL</a:t>
            </a:r>
            <a:endParaRPr lang="en-IN" altLang="en-GB" sz="1600">
              <a:solidFill>
                <a:schemeClr val="lt1"/>
              </a:solidFill>
              <a:latin typeface="Viga" panose="020B0800030000020004"/>
              <a:ea typeface="Viga" panose="020B0800030000020004"/>
              <a:cs typeface="Viga" panose="020B0800030000020004"/>
              <a:sym typeface="Viga" panose="020B08000300000200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1259840" y="339725"/>
            <a:ext cx="3419475" cy="4714875"/>
          </a:xfrm>
        </p:spPr>
        <p:txBody>
          <a:bodyPr/>
          <a:p>
            <a:r>
              <a:rPr lang="en-IN" altLang="en-US" sz="2400"/>
              <a:t>1.Mahfooza</a:t>
            </a:r>
            <a:br>
              <a:rPr lang="en-IN" altLang="en-US" sz="2400"/>
            </a:br>
            <a:r>
              <a:rPr lang="en-IN" altLang="en-US" sz="2400"/>
              <a:t>2.Meghna</a:t>
            </a:r>
            <a:br>
              <a:rPr lang="en-IN" altLang="en-US" sz="2400"/>
            </a:br>
            <a:r>
              <a:rPr lang="en-IN" altLang="en-US" sz="2400"/>
              <a:t>3.Nandita</a:t>
            </a:r>
            <a:br>
              <a:rPr lang="en-IN" altLang="en-US" sz="2400"/>
            </a:br>
            <a:r>
              <a:rPr lang="en-IN" altLang="en-US" sz="2400"/>
              <a:t>4.Prerana</a:t>
            </a:r>
            <a:br>
              <a:rPr lang="en-IN" altLang="en-US" sz="2400"/>
            </a:br>
            <a:r>
              <a:rPr lang="en-IN" altLang="en-US" sz="2400"/>
              <a:t>5.Mithali</a:t>
            </a:r>
            <a:br>
              <a:rPr lang="en-IN" altLang="en-US" sz="2400"/>
            </a:br>
            <a:r>
              <a:rPr lang="en-IN" altLang="en-US" sz="2400"/>
              <a:t>6.Naija</a:t>
            </a:r>
            <a:br>
              <a:rPr lang="en-IN" altLang="en-US" sz="2400"/>
            </a:br>
            <a:r>
              <a:rPr lang="en-IN" altLang="en-US" sz="2400"/>
              <a:t>7.Gowri</a:t>
            </a:r>
            <a:br>
              <a:rPr lang="en-IN" altLang="en-US" sz="2400"/>
            </a:br>
            <a:r>
              <a:rPr lang="en-IN" altLang="en-US" sz="2400"/>
              <a:t>8.Keerthana</a:t>
            </a:r>
            <a:br>
              <a:rPr lang="en-IN" altLang="en-US" sz="2400"/>
            </a:br>
            <a:r>
              <a:rPr lang="en-IN" altLang="en-US" sz="2400"/>
              <a:t>9.kusum</a:t>
            </a:r>
            <a:br>
              <a:rPr lang="en-IN" altLang="en-US" sz="2800"/>
            </a:br>
            <a:endParaRPr lang="en-IN" altLang="en-US" sz="2800"/>
          </a:p>
        </p:txBody>
      </p:sp>
      <p:sp>
        <p:nvSpPr>
          <p:cNvPr id="318" name="Google Shape;318;p35"/>
          <p:cNvSpPr/>
          <p:nvPr/>
        </p:nvSpPr>
        <p:spPr>
          <a:xfrm rot="-5400000">
            <a:off x="4133850" y="-3639820"/>
            <a:ext cx="626110" cy="8199755"/>
          </a:xfrm>
          <a:prstGeom prst="round2SameRect">
            <a:avLst>
              <a:gd name="adj1" fmla="val 50000"/>
              <a:gd name="adj2" fmla="val 13354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3" name="Text Box 2"/>
          <p:cNvSpPr txBox="1"/>
          <p:nvPr/>
        </p:nvSpPr>
        <p:spPr>
          <a:xfrm>
            <a:off x="755650" y="199390"/>
            <a:ext cx="5942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800">
                <a:solidFill>
                  <a:schemeClr val="accent1">
                    <a:lumMod val="75000"/>
                  </a:schemeClr>
                </a:solidFill>
                <a:latin typeface="Viga" panose="020B0800030000020004" charset="0"/>
                <a:cs typeface="Viga" panose="020B0800030000020004" charset="0"/>
              </a:rPr>
              <a:t> Team Memebers</a:t>
            </a:r>
            <a:endParaRPr lang="en-IN" altLang="en-US" sz="2800">
              <a:solidFill>
                <a:schemeClr val="accent1">
                  <a:lumMod val="75000"/>
                </a:schemeClr>
              </a:solidFill>
              <a:latin typeface="Viga" panose="020B0800030000020004" charset="0"/>
              <a:cs typeface="Viga" panose="020B0800030000020004" charset="0"/>
            </a:endParaRPr>
          </a:p>
        </p:txBody>
      </p:sp>
      <p:sp>
        <p:nvSpPr>
          <p:cNvPr id="565" name="Google Shape;565;p39"/>
          <p:cNvSpPr/>
          <p:nvPr/>
        </p:nvSpPr>
        <p:spPr>
          <a:xfrm>
            <a:off x="7790905" y="52138"/>
            <a:ext cx="815400" cy="815400"/>
          </a:xfrm>
          <a:prstGeom prst="donut">
            <a:avLst>
              <a:gd name="adj" fmla="val 25000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4"/>
          <p:cNvSpPr txBox="1"/>
          <p:nvPr>
            <p:ph type="title"/>
          </p:nvPr>
        </p:nvSpPr>
        <p:spPr>
          <a:xfrm>
            <a:off x="1355925" y="1768000"/>
            <a:ext cx="3651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/>
              <a:t>SPRINT 1</a:t>
            </a:r>
            <a:endParaRPr lang="en-IN" altLang="en-GB"/>
          </a:p>
        </p:txBody>
      </p:sp>
      <p:grpSp>
        <p:nvGrpSpPr>
          <p:cNvPr id="281" name="Google Shape;281;p34"/>
          <p:cNvGrpSpPr/>
          <p:nvPr/>
        </p:nvGrpSpPr>
        <p:grpSpPr>
          <a:xfrm>
            <a:off x="6442499" y="495015"/>
            <a:ext cx="1337797" cy="1888719"/>
            <a:chOff x="2615975" y="4376050"/>
            <a:chExt cx="1187675" cy="1676775"/>
          </a:xfrm>
        </p:grpSpPr>
        <p:sp>
          <p:nvSpPr>
            <p:cNvPr id="282" name="Google Shape;282;p34"/>
            <p:cNvSpPr/>
            <p:nvPr/>
          </p:nvSpPr>
          <p:spPr>
            <a:xfrm>
              <a:off x="3299375" y="5537175"/>
              <a:ext cx="468275" cy="468250"/>
            </a:xfrm>
            <a:custGeom>
              <a:avLst/>
              <a:gdLst/>
              <a:ahLst/>
              <a:cxnLst/>
              <a:rect l="l" t="t" r="r" b="b"/>
              <a:pathLst>
                <a:path w="18731" h="18730" extrusionOk="0">
                  <a:moveTo>
                    <a:pt x="266" y="18730"/>
                  </a:moveTo>
                  <a:lnTo>
                    <a:pt x="18730" y="228"/>
                  </a:lnTo>
                  <a:cubicBezTo>
                    <a:pt x="18730" y="228"/>
                    <a:pt x="10048" y="0"/>
                    <a:pt x="5005" y="5005"/>
                  </a:cubicBezTo>
                  <a:cubicBezTo>
                    <a:pt x="1" y="10010"/>
                    <a:pt x="266" y="18730"/>
                    <a:pt x="266" y="187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283;p34"/>
            <p:cNvSpPr/>
            <p:nvPr/>
          </p:nvSpPr>
          <p:spPr>
            <a:xfrm>
              <a:off x="2615975" y="4376050"/>
              <a:ext cx="1187675" cy="1676775"/>
            </a:xfrm>
            <a:custGeom>
              <a:avLst/>
              <a:gdLst/>
              <a:ahLst/>
              <a:cxnLst/>
              <a:rect l="l" t="t" r="r" b="b"/>
              <a:pathLst>
                <a:path w="47507" h="67071" extrusionOk="0">
                  <a:moveTo>
                    <a:pt x="37384" y="1"/>
                  </a:moveTo>
                  <a:lnTo>
                    <a:pt x="10124" y="1"/>
                  </a:lnTo>
                  <a:cubicBezTo>
                    <a:pt x="4550" y="1"/>
                    <a:pt x="1" y="4513"/>
                    <a:pt x="1" y="10124"/>
                  </a:cubicBezTo>
                  <a:lnTo>
                    <a:pt x="1" y="42919"/>
                  </a:lnTo>
                  <a:cubicBezTo>
                    <a:pt x="1" y="55507"/>
                    <a:pt x="9821" y="65895"/>
                    <a:pt x="22370" y="66616"/>
                  </a:cubicBezTo>
                  <a:cubicBezTo>
                    <a:pt x="31697" y="67070"/>
                    <a:pt x="27337" y="58957"/>
                    <a:pt x="33555" y="52739"/>
                  </a:cubicBezTo>
                  <a:cubicBezTo>
                    <a:pt x="39469" y="46862"/>
                    <a:pt x="47052" y="50388"/>
                    <a:pt x="47507" y="42919"/>
                  </a:cubicBezTo>
                  <a:lnTo>
                    <a:pt x="47507" y="10124"/>
                  </a:lnTo>
                  <a:cubicBezTo>
                    <a:pt x="47507" y="4513"/>
                    <a:pt x="42957" y="1"/>
                    <a:pt x="37384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284;p34"/>
            <p:cNvSpPr/>
            <p:nvPr/>
          </p:nvSpPr>
          <p:spPr>
            <a:xfrm>
              <a:off x="3306025" y="5545700"/>
              <a:ext cx="458775" cy="459725"/>
            </a:xfrm>
            <a:custGeom>
              <a:avLst/>
              <a:gdLst/>
              <a:ahLst/>
              <a:cxnLst/>
              <a:rect l="l" t="t" r="r" b="b"/>
              <a:pathLst>
                <a:path w="18351" h="18389" extrusionOk="0">
                  <a:moveTo>
                    <a:pt x="18350" y="1"/>
                  </a:moveTo>
                  <a:cubicBezTo>
                    <a:pt x="17403" y="683"/>
                    <a:pt x="16341" y="1138"/>
                    <a:pt x="15204" y="1328"/>
                  </a:cubicBezTo>
                  <a:cubicBezTo>
                    <a:pt x="14104" y="1669"/>
                    <a:pt x="12967" y="1934"/>
                    <a:pt x="11867" y="2275"/>
                  </a:cubicBezTo>
                  <a:cubicBezTo>
                    <a:pt x="10730" y="2655"/>
                    <a:pt x="9630" y="3110"/>
                    <a:pt x="8607" y="3678"/>
                  </a:cubicBezTo>
                  <a:cubicBezTo>
                    <a:pt x="6521" y="4854"/>
                    <a:pt x="4815" y="6560"/>
                    <a:pt x="3640" y="8645"/>
                  </a:cubicBezTo>
                  <a:cubicBezTo>
                    <a:pt x="3071" y="9669"/>
                    <a:pt x="2616" y="10768"/>
                    <a:pt x="2275" y="11906"/>
                  </a:cubicBezTo>
                  <a:cubicBezTo>
                    <a:pt x="1934" y="13005"/>
                    <a:pt x="1668" y="14142"/>
                    <a:pt x="1327" y="15242"/>
                  </a:cubicBezTo>
                  <a:cubicBezTo>
                    <a:pt x="1100" y="16379"/>
                    <a:pt x="645" y="17441"/>
                    <a:pt x="0" y="18389"/>
                  </a:cubicBezTo>
                  <a:cubicBezTo>
                    <a:pt x="796" y="17555"/>
                    <a:pt x="1441" y="16493"/>
                    <a:pt x="1782" y="15394"/>
                  </a:cubicBezTo>
                  <a:cubicBezTo>
                    <a:pt x="2123" y="14256"/>
                    <a:pt x="2389" y="13119"/>
                    <a:pt x="2730" y="12019"/>
                  </a:cubicBezTo>
                  <a:cubicBezTo>
                    <a:pt x="3071" y="10920"/>
                    <a:pt x="3488" y="9858"/>
                    <a:pt x="4057" y="8872"/>
                  </a:cubicBezTo>
                  <a:cubicBezTo>
                    <a:pt x="5194" y="6863"/>
                    <a:pt x="6825" y="5195"/>
                    <a:pt x="8834" y="4095"/>
                  </a:cubicBezTo>
                  <a:cubicBezTo>
                    <a:pt x="9820" y="3527"/>
                    <a:pt x="10881" y="3072"/>
                    <a:pt x="11981" y="2730"/>
                  </a:cubicBezTo>
                  <a:cubicBezTo>
                    <a:pt x="13080" y="2389"/>
                    <a:pt x="14218" y="2124"/>
                    <a:pt x="15317" y="1783"/>
                  </a:cubicBezTo>
                  <a:cubicBezTo>
                    <a:pt x="16455" y="1441"/>
                    <a:pt x="17478" y="835"/>
                    <a:pt x="1835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85" name="Google Shape;285;p34"/>
          <p:cNvSpPr txBox="1"/>
          <p:nvPr>
            <p:ph type="title" idx="2"/>
          </p:nvPr>
        </p:nvSpPr>
        <p:spPr>
          <a:xfrm>
            <a:off x="6384038" y="778000"/>
            <a:ext cx="1454700" cy="9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IN" altLang="en-GB"/>
              <a:t>2</a:t>
            </a:r>
            <a:endParaRPr lang="en-IN" altLang="en-GB"/>
          </a:p>
        </p:txBody>
      </p:sp>
      <p:sp>
        <p:nvSpPr>
          <p:cNvPr id="286" name="Google Shape;286;p34"/>
          <p:cNvSpPr/>
          <p:nvPr/>
        </p:nvSpPr>
        <p:spPr>
          <a:xfrm rot="-1196685">
            <a:off x="455721" y="587296"/>
            <a:ext cx="1454647" cy="80229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 sz="1600">
                <a:solidFill>
                  <a:schemeClr val="l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rPr>
              <a:t>RETAIL</a:t>
            </a:r>
            <a:endParaRPr lang="en-IN" altLang="en-GB" sz="1600">
              <a:solidFill>
                <a:schemeClr val="lt1"/>
              </a:solidFill>
              <a:latin typeface="Viga" panose="020B0800030000020004"/>
              <a:ea typeface="Viga" panose="020B0800030000020004"/>
              <a:cs typeface="Viga" panose="020B0800030000020004"/>
              <a:sym typeface="Viga" panose="020B08000300000200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"/>
          <p:cNvSpPr/>
          <p:nvPr/>
        </p:nvSpPr>
        <p:spPr>
          <a:xfrm rot="-5400000">
            <a:off x="4133850" y="-3639820"/>
            <a:ext cx="626110" cy="8199755"/>
          </a:xfrm>
          <a:prstGeom prst="round2SameRect">
            <a:avLst>
              <a:gd name="adj1" fmla="val 50000"/>
              <a:gd name="adj2" fmla="val 13354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3" name="Text Box 2"/>
          <p:cNvSpPr txBox="1"/>
          <p:nvPr/>
        </p:nvSpPr>
        <p:spPr>
          <a:xfrm>
            <a:off x="755650" y="199390"/>
            <a:ext cx="5942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800">
                <a:solidFill>
                  <a:schemeClr val="accent1">
                    <a:lumMod val="75000"/>
                  </a:schemeClr>
                </a:solidFill>
                <a:latin typeface="Viga" panose="020B0800030000020004" charset="0"/>
                <a:cs typeface="Viga" panose="020B0800030000020004" charset="0"/>
              </a:rPr>
              <a:t>Sprint-1</a:t>
            </a:r>
            <a:endParaRPr lang="en-IN" altLang="en-US" sz="2800">
              <a:solidFill>
                <a:schemeClr val="accent1">
                  <a:lumMod val="75000"/>
                </a:schemeClr>
              </a:solidFill>
              <a:latin typeface="Viga" panose="020B0800030000020004" charset="0"/>
              <a:cs typeface="Viga" panose="020B0800030000020004" charset="0"/>
            </a:endParaRPr>
          </a:p>
        </p:txBody>
      </p:sp>
      <p:sp>
        <p:nvSpPr>
          <p:cNvPr id="565" name="Google Shape;565;p39"/>
          <p:cNvSpPr/>
          <p:nvPr/>
        </p:nvSpPr>
        <p:spPr>
          <a:xfrm>
            <a:off x="7790905" y="52138"/>
            <a:ext cx="815400" cy="815400"/>
          </a:xfrm>
          <a:prstGeom prst="donut">
            <a:avLst>
              <a:gd name="adj" fmla="val 25000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Text Box 4"/>
          <p:cNvSpPr txBox="1"/>
          <p:nvPr/>
        </p:nvSpPr>
        <p:spPr>
          <a:xfrm>
            <a:off x="396240" y="843280"/>
            <a:ext cx="8747760" cy="46462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rtl="0" fontAlgn="base"/>
            <a:r>
              <a:rPr lang="en-IN" altLang="en-GB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Planning </a:t>
            </a:r>
            <a:r>
              <a:rPr lang="en-GB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Activities</a:t>
            </a:r>
            <a:r>
              <a:rPr lang="en-US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u="sng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Planning-User stories in Jira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Work allocation- For test design to team members- Jira tasks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Test design process</a:t>
            </a:r>
            <a:r>
              <a:rPr lang="en-IN" alt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:</a:t>
            </a:r>
            <a:endParaRPr lang="en-IN" altLang="en-GB" sz="240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    -</a:t>
            </a: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Scenarios- categorised based on business risks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/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 </a:t>
            </a:r>
            <a:r>
              <a:rPr lang="en-IN" alt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  </a:t>
            </a: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 </a:t>
            </a:r>
            <a:r>
              <a:rPr lang="en-IN" alt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-</a:t>
            </a: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Test cases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/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  </a:t>
            </a:r>
            <a:r>
              <a:rPr lang="en-IN" alt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  -</a:t>
            </a: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Pre-conditions and specification for data creation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Test design techniques applied where ever necessary 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Review process and baseline of testcases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endParaRPr lang="en-IN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"/>
          <p:cNvSpPr/>
          <p:nvPr/>
        </p:nvSpPr>
        <p:spPr>
          <a:xfrm rot="-5400000">
            <a:off x="4133850" y="-3639820"/>
            <a:ext cx="626110" cy="8199755"/>
          </a:xfrm>
          <a:prstGeom prst="round2SameRect">
            <a:avLst>
              <a:gd name="adj1" fmla="val 50000"/>
              <a:gd name="adj2" fmla="val 13354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3" name="Text Box 2"/>
          <p:cNvSpPr txBox="1"/>
          <p:nvPr/>
        </p:nvSpPr>
        <p:spPr>
          <a:xfrm>
            <a:off x="755650" y="199390"/>
            <a:ext cx="5942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800">
                <a:solidFill>
                  <a:schemeClr val="accent1">
                    <a:lumMod val="75000"/>
                  </a:schemeClr>
                </a:solidFill>
                <a:latin typeface="Viga" panose="020B0800030000020004" charset="0"/>
                <a:cs typeface="Viga" panose="020B0800030000020004" charset="0"/>
              </a:rPr>
              <a:t>Sprint-1</a:t>
            </a:r>
            <a:endParaRPr lang="en-IN" altLang="en-US" sz="2800">
              <a:solidFill>
                <a:schemeClr val="accent1">
                  <a:lumMod val="75000"/>
                </a:schemeClr>
              </a:solidFill>
              <a:latin typeface="Viga" panose="020B0800030000020004" charset="0"/>
              <a:cs typeface="Viga" panose="020B0800030000020004" charset="0"/>
            </a:endParaRPr>
          </a:p>
        </p:txBody>
      </p:sp>
      <p:sp>
        <p:nvSpPr>
          <p:cNvPr id="565" name="Google Shape;565;p39"/>
          <p:cNvSpPr/>
          <p:nvPr/>
        </p:nvSpPr>
        <p:spPr>
          <a:xfrm>
            <a:off x="7790905" y="52138"/>
            <a:ext cx="815400" cy="815400"/>
          </a:xfrm>
          <a:prstGeom prst="donut">
            <a:avLst>
              <a:gd name="adj" fmla="val 25000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Text Box 4"/>
          <p:cNvSpPr txBox="1"/>
          <p:nvPr/>
        </p:nvSpPr>
        <p:spPr>
          <a:xfrm>
            <a:off x="396240" y="843280"/>
            <a:ext cx="3563620" cy="4276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rtl="0" fontAlgn="base"/>
            <a:r>
              <a:rPr lang="en-IN" altLang="en-GB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Functionality</a:t>
            </a:r>
            <a:r>
              <a:rPr lang="en-US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24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USER END:</a:t>
            </a: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24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1.Registration</a:t>
            </a: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24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2.Login</a:t>
            </a: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24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3.Search </a:t>
            </a: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24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4.Add to cart</a:t>
            </a: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24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5.wishList</a:t>
            </a: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24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6.Checkout</a:t>
            </a: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24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7.My account</a:t>
            </a: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24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8.Home page Navigation</a:t>
            </a: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140200" y="915670"/>
            <a:ext cx="3563620" cy="39077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rtl="0" fontAlgn="base"/>
            <a:r>
              <a:rPr lang="en-US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u="sng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24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ADMIN END:</a:t>
            </a: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24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1.Dashboard</a:t>
            </a: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24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2.Navigation</a:t>
            </a: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24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3.Product catalog </a:t>
            </a: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24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4.Sales</a:t>
            </a: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24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5.Customer</a:t>
            </a: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24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6.Marketing</a:t>
            </a: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24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7.Report</a:t>
            </a: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"/>
          <p:cNvSpPr/>
          <p:nvPr/>
        </p:nvSpPr>
        <p:spPr>
          <a:xfrm rot="-5400000">
            <a:off x="4133850" y="-3639820"/>
            <a:ext cx="626110" cy="8199755"/>
          </a:xfrm>
          <a:prstGeom prst="round2SameRect">
            <a:avLst>
              <a:gd name="adj1" fmla="val 50000"/>
              <a:gd name="adj2" fmla="val 13354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3" name="Text Box 2"/>
          <p:cNvSpPr txBox="1"/>
          <p:nvPr/>
        </p:nvSpPr>
        <p:spPr>
          <a:xfrm>
            <a:off x="755650" y="199390"/>
            <a:ext cx="5942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800">
                <a:solidFill>
                  <a:schemeClr val="accent1">
                    <a:lumMod val="75000"/>
                  </a:schemeClr>
                </a:solidFill>
                <a:latin typeface="Viga" panose="020B0800030000020004" charset="0"/>
                <a:cs typeface="Viga" panose="020B0800030000020004" charset="0"/>
              </a:rPr>
              <a:t>Sprint-1</a:t>
            </a:r>
            <a:endParaRPr lang="en-IN" altLang="en-US" sz="2800">
              <a:solidFill>
                <a:schemeClr val="accent1">
                  <a:lumMod val="75000"/>
                </a:schemeClr>
              </a:solidFill>
              <a:latin typeface="Viga" panose="020B0800030000020004" charset="0"/>
              <a:cs typeface="Viga" panose="020B0800030000020004" charset="0"/>
            </a:endParaRPr>
          </a:p>
        </p:txBody>
      </p:sp>
      <p:sp>
        <p:nvSpPr>
          <p:cNvPr id="565" name="Google Shape;565;p39"/>
          <p:cNvSpPr/>
          <p:nvPr/>
        </p:nvSpPr>
        <p:spPr>
          <a:xfrm>
            <a:off x="7790905" y="52138"/>
            <a:ext cx="815400" cy="815400"/>
          </a:xfrm>
          <a:prstGeom prst="donut">
            <a:avLst>
              <a:gd name="adj" fmla="val 25000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Text Box 4"/>
          <p:cNvSpPr txBox="1"/>
          <p:nvPr/>
        </p:nvSpPr>
        <p:spPr>
          <a:xfrm>
            <a:off x="396240" y="843280"/>
            <a:ext cx="7141210" cy="53848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rtl="0" fontAlgn="base"/>
            <a:r>
              <a:rPr lang="en-IN" altLang="en-GB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Test Execution</a:t>
            </a:r>
            <a:endParaRPr lang="en-IN" altLang="en-GB" sz="3200" u="sng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algn="l" rtl="0" fontAlgn="base"/>
            <a:endParaRPr lang="en-US" sz="2400" b="0" i="0" u="sng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Preparation of test data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Smoke test including pre-condition check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Start of Test execution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Defect logging if any –2 cycles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Follow ups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/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     Bug allocation to development team​</a:t>
            </a: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/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     </a:t>
            </a:r>
            <a:r>
              <a:rPr lang="en-GB" sz="2400" dirty="0" err="1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Updation</a:t>
            </a: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 of issue log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/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endParaRPr lang="en-IN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"/>
          <p:cNvSpPr/>
          <p:nvPr/>
        </p:nvSpPr>
        <p:spPr>
          <a:xfrm rot="-5400000">
            <a:off x="4133850" y="-3639820"/>
            <a:ext cx="626110" cy="8199755"/>
          </a:xfrm>
          <a:prstGeom prst="round2SameRect">
            <a:avLst>
              <a:gd name="adj1" fmla="val 50000"/>
              <a:gd name="adj2" fmla="val 13354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3" name="Text Box 2"/>
          <p:cNvSpPr txBox="1"/>
          <p:nvPr/>
        </p:nvSpPr>
        <p:spPr>
          <a:xfrm>
            <a:off x="755650" y="199390"/>
            <a:ext cx="5942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800">
                <a:solidFill>
                  <a:schemeClr val="accent1">
                    <a:lumMod val="75000"/>
                  </a:schemeClr>
                </a:solidFill>
                <a:latin typeface="Viga" panose="020B0800030000020004" charset="0"/>
                <a:cs typeface="Viga" panose="020B0800030000020004" charset="0"/>
              </a:rPr>
              <a:t>Sprint-1</a:t>
            </a:r>
            <a:endParaRPr lang="en-IN" altLang="en-US" sz="2800">
              <a:solidFill>
                <a:schemeClr val="accent1">
                  <a:lumMod val="75000"/>
                </a:schemeClr>
              </a:solidFill>
              <a:latin typeface="Viga" panose="020B0800030000020004" charset="0"/>
              <a:cs typeface="Viga" panose="020B0800030000020004" charset="0"/>
            </a:endParaRPr>
          </a:p>
        </p:txBody>
      </p:sp>
      <p:sp>
        <p:nvSpPr>
          <p:cNvPr id="565" name="Google Shape;565;p39"/>
          <p:cNvSpPr/>
          <p:nvPr/>
        </p:nvSpPr>
        <p:spPr>
          <a:xfrm>
            <a:off x="7790905" y="52138"/>
            <a:ext cx="815400" cy="815400"/>
          </a:xfrm>
          <a:prstGeom prst="donut">
            <a:avLst>
              <a:gd name="adj" fmla="val 25000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Text Box 4"/>
          <p:cNvSpPr txBox="1"/>
          <p:nvPr/>
        </p:nvSpPr>
        <p:spPr>
          <a:xfrm>
            <a:off x="396240" y="843280"/>
            <a:ext cx="8747760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rtl="0" fontAlgn="base"/>
            <a:r>
              <a:rPr lang="en-IN" altLang="en-GB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Test Metrics</a:t>
            </a:r>
            <a:r>
              <a:rPr lang="en-US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3200" u="sng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algn="l" rtl="0" fontAlgn="base"/>
            <a:endParaRPr lang="en-US" sz="2400" b="0" i="0" u="sng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Modules wise No. Of test cases written-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Defect age 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Category wise defect analysis based on </a:t>
            </a:r>
            <a:r>
              <a:rPr lang="en-GB" sz="2400" dirty="0" err="1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priority,seviority,status</a:t>
            </a: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 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Causal analysis using fishbone diagram and 5 why analysis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Pareto chart 80-20 graph based on defect causes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sz="2400" dirty="0"/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endParaRPr lang="en-IN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 txBox="1"/>
          <p:nvPr>
            <p:ph type="title" idx="6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 sz="3200"/>
              <a:t>Pivot Chart</a:t>
            </a:r>
            <a:endParaRPr lang="en-IN" altLang="en-GB" sz="3200"/>
          </a:p>
        </p:txBody>
      </p:sp>
      <p:sp>
        <p:nvSpPr>
          <p:cNvPr id="307" name="Google Shape;307;p35"/>
          <p:cNvSpPr/>
          <p:nvPr/>
        </p:nvSpPr>
        <p:spPr>
          <a:xfrm>
            <a:off x="-2503337" y="1118625"/>
            <a:ext cx="526075" cy="527975"/>
          </a:xfrm>
          <a:custGeom>
            <a:avLst/>
            <a:gdLst/>
            <a:ahLst/>
            <a:cxnLst/>
            <a:rect l="l" t="t" r="r" b="b"/>
            <a:pathLst>
              <a:path w="21043" h="21119" extrusionOk="0">
                <a:moveTo>
                  <a:pt x="21043" y="1"/>
                </a:moveTo>
                <a:lnTo>
                  <a:pt x="21043" y="1"/>
                </a:lnTo>
                <a:cubicBezTo>
                  <a:pt x="20133" y="1025"/>
                  <a:pt x="19488" y="2238"/>
                  <a:pt x="19109" y="3527"/>
                </a:cubicBezTo>
                <a:cubicBezTo>
                  <a:pt x="18654" y="4816"/>
                  <a:pt x="18351" y="6105"/>
                  <a:pt x="17934" y="7394"/>
                </a:cubicBezTo>
                <a:cubicBezTo>
                  <a:pt x="17555" y="8645"/>
                  <a:pt x="17100" y="9896"/>
                  <a:pt x="16531" y="11110"/>
                </a:cubicBezTo>
                <a:cubicBezTo>
                  <a:pt x="15356" y="13498"/>
                  <a:pt x="13422" y="15432"/>
                  <a:pt x="11072" y="16607"/>
                </a:cubicBezTo>
                <a:cubicBezTo>
                  <a:pt x="9858" y="17214"/>
                  <a:pt x="8645" y="17707"/>
                  <a:pt x="7356" y="18086"/>
                </a:cubicBezTo>
                <a:cubicBezTo>
                  <a:pt x="6105" y="18465"/>
                  <a:pt x="4778" y="18806"/>
                  <a:pt x="3527" y="19223"/>
                </a:cubicBezTo>
                <a:cubicBezTo>
                  <a:pt x="2200" y="19602"/>
                  <a:pt x="1024" y="20247"/>
                  <a:pt x="1" y="21119"/>
                </a:cubicBezTo>
                <a:cubicBezTo>
                  <a:pt x="1062" y="20323"/>
                  <a:pt x="2276" y="19754"/>
                  <a:pt x="3565" y="19451"/>
                </a:cubicBezTo>
                <a:cubicBezTo>
                  <a:pt x="4854" y="19072"/>
                  <a:pt x="6181" y="18768"/>
                  <a:pt x="7470" y="18427"/>
                </a:cubicBezTo>
                <a:cubicBezTo>
                  <a:pt x="8759" y="18048"/>
                  <a:pt x="10048" y="17593"/>
                  <a:pt x="11261" y="16986"/>
                </a:cubicBezTo>
                <a:cubicBezTo>
                  <a:pt x="12474" y="16380"/>
                  <a:pt x="13612" y="15583"/>
                  <a:pt x="14560" y="14636"/>
                </a:cubicBezTo>
                <a:cubicBezTo>
                  <a:pt x="16493" y="12626"/>
                  <a:pt x="17593" y="10048"/>
                  <a:pt x="18275" y="7470"/>
                </a:cubicBezTo>
                <a:cubicBezTo>
                  <a:pt x="18616" y="6143"/>
                  <a:pt x="18920" y="4854"/>
                  <a:pt x="19299" y="3565"/>
                </a:cubicBezTo>
                <a:cubicBezTo>
                  <a:pt x="19640" y="2276"/>
                  <a:pt x="20209" y="1062"/>
                  <a:pt x="2104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6" name="Google Shape;316;p35"/>
          <p:cNvSpPr/>
          <p:nvPr/>
        </p:nvSpPr>
        <p:spPr>
          <a:xfrm>
            <a:off x="7228450" y="141900"/>
            <a:ext cx="1112100" cy="1112100"/>
          </a:xfrm>
          <a:prstGeom prst="donut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7" name="Google Shape;317;p35"/>
          <p:cNvSpPr/>
          <p:nvPr/>
        </p:nvSpPr>
        <p:spPr>
          <a:xfrm rot="5400000">
            <a:off x="7960700" y="699600"/>
            <a:ext cx="1576800" cy="471300"/>
          </a:xfrm>
          <a:prstGeom prst="roundRect">
            <a:avLst>
              <a:gd name="adj" fmla="val 38531"/>
            </a:avLst>
          </a:prstGeom>
          <a:solidFill>
            <a:schemeClr val="accen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>
                <a:solidFill>
                  <a:schemeClr val="accent2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rPr>
              <a:t>RETAIL</a:t>
            </a:r>
            <a:endParaRPr lang="en-IN" altLang="en-GB">
              <a:solidFill>
                <a:schemeClr val="accent2"/>
              </a:solidFill>
              <a:latin typeface="Viga" panose="020B0800030000020004"/>
              <a:ea typeface="Viga" panose="020B0800030000020004"/>
              <a:cs typeface="Viga" panose="020B0800030000020004"/>
              <a:sym typeface="Viga" panose="020B0800030000020004"/>
            </a:endParaRPr>
          </a:p>
        </p:txBody>
      </p:sp>
      <p:sp>
        <p:nvSpPr>
          <p:cNvPr id="318" name="Google Shape;318;p35"/>
          <p:cNvSpPr/>
          <p:nvPr/>
        </p:nvSpPr>
        <p:spPr>
          <a:xfrm rot="-5400000">
            <a:off x="6104325" y="-294449"/>
            <a:ext cx="424500" cy="1307100"/>
          </a:xfrm>
          <a:prstGeom prst="round2SameRect">
            <a:avLst>
              <a:gd name="adj1" fmla="val 50000"/>
              <a:gd name="adj2" fmla="val 13354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graphicFrame>
        <p:nvGraphicFramePr>
          <p:cNvPr id="7" name="Chart 6"/>
          <p:cNvGraphicFramePr/>
          <p:nvPr/>
        </p:nvGraphicFramePr>
        <p:xfrm>
          <a:off x="1475740" y="1203960"/>
          <a:ext cx="5836285" cy="37725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 txBox="1"/>
          <p:nvPr>
            <p:ph type="title" idx="6"/>
          </p:nvPr>
        </p:nvSpPr>
        <p:spPr>
          <a:xfrm>
            <a:off x="611430" y="267480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 sz="3200"/>
              <a:t>Defects Table</a:t>
            </a:r>
            <a:endParaRPr lang="en-IN" altLang="en-GB" sz="3200"/>
          </a:p>
        </p:txBody>
      </p:sp>
      <p:sp>
        <p:nvSpPr>
          <p:cNvPr id="307" name="Google Shape;307;p35"/>
          <p:cNvSpPr/>
          <p:nvPr/>
        </p:nvSpPr>
        <p:spPr>
          <a:xfrm>
            <a:off x="-2503337" y="1118625"/>
            <a:ext cx="526075" cy="527975"/>
          </a:xfrm>
          <a:custGeom>
            <a:avLst/>
            <a:gdLst/>
            <a:ahLst/>
            <a:cxnLst/>
            <a:rect l="l" t="t" r="r" b="b"/>
            <a:pathLst>
              <a:path w="21043" h="21119" extrusionOk="0">
                <a:moveTo>
                  <a:pt x="21043" y="1"/>
                </a:moveTo>
                <a:lnTo>
                  <a:pt x="21043" y="1"/>
                </a:lnTo>
                <a:cubicBezTo>
                  <a:pt x="20133" y="1025"/>
                  <a:pt x="19488" y="2238"/>
                  <a:pt x="19109" y="3527"/>
                </a:cubicBezTo>
                <a:cubicBezTo>
                  <a:pt x="18654" y="4816"/>
                  <a:pt x="18351" y="6105"/>
                  <a:pt x="17934" y="7394"/>
                </a:cubicBezTo>
                <a:cubicBezTo>
                  <a:pt x="17555" y="8645"/>
                  <a:pt x="17100" y="9896"/>
                  <a:pt x="16531" y="11110"/>
                </a:cubicBezTo>
                <a:cubicBezTo>
                  <a:pt x="15356" y="13498"/>
                  <a:pt x="13422" y="15432"/>
                  <a:pt x="11072" y="16607"/>
                </a:cubicBezTo>
                <a:cubicBezTo>
                  <a:pt x="9858" y="17214"/>
                  <a:pt x="8645" y="17707"/>
                  <a:pt x="7356" y="18086"/>
                </a:cubicBezTo>
                <a:cubicBezTo>
                  <a:pt x="6105" y="18465"/>
                  <a:pt x="4778" y="18806"/>
                  <a:pt x="3527" y="19223"/>
                </a:cubicBezTo>
                <a:cubicBezTo>
                  <a:pt x="2200" y="19602"/>
                  <a:pt x="1024" y="20247"/>
                  <a:pt x="1" y="21119"/>
                </a:cubicBezTo>
                <a:cubicBezTo>
                  <a:pt x="1062" y="20323"/>
                  <a:pt x="2276" y="19754"/>
                  <a:pt x="3565" y="19451"/>
                </a:cubicBezTo>
                <a:cubicBezTo>
                  <a:pt x="4854" y="19072"/>
                  <a:pt x="6181" y="18768"/>
                  <a:pt x="7470" y="18427"/>
                </a:cubicBezTo>
                <a:cubicBezTo>
                  <a:pt x="8759" y="18048"/>
                  <a:pt x="10048" y="17593"/>
                  <a:pt x="11261" y="16986"/>
                </a:cubicBezTo>
                <a:cubicBezTo>
                  <a:pt x="12474" y="16380"/>
                  <a:pt x="13612" y="15583"/>
                  <a:pt x="14560" y="14636"/>
                </a:cubicBezTo>
                <a:cubicBezTo>
                  <a:pt x="16493" y="12626"/>
                  <a:pt x="17593" y="10048"/>
                  <a:pt x="18275" y="7470"/>
                </a:cubicBezTo>
                <a:cubicBezTo>
                  <a:pt x="18616" y="6143"/>
                  <a:pt x="18920" y="4854"/>
                  <a:pt x="19299" y="3565"/>
                </a:cubicBezTo>
                <a:cubicBezTo>
                  <a:pt x="19640" y="2276"/>
                  <a:pt x="20209" y="1062"/>
                  <a:pt x="2104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6" name="Google Shape;316;p35"/>
          <p:cNvSpPr/>
          <p:nvPr/>
        </p:nvSpPr>
        <p:spPr>
          <a:xfrm>
            <a:off x="7228450" y="141900"/>
            <a:ext cx="1112100" cy="1112100"/>
          </a:xfrm>
          <a:prstGeom prst="donut">
            <a:avLst>
              <a:gd name="adj" fmla="val 25000"/>
            </a:avLst>
          </a:prstGeom>
          <a:solidFill>
            <a:schemeClr val="l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7" name="Google Shape;317;p35"/>
          <p:cNvSpPr/>
          <p:nvPr/>
        </p:nvSpPr>
        <p:spPr>
          <a:xfrm rot="5400000">
            <a:off x="7960700" y="699600"/>
            <a:ext cx="1576800" cy="471300"/>
          </a:xfrm>
          <a:prstGeom prst="roundRect">
            <a:avLst>
              <a:gd name="adj" fmla="val 38531"/>
            </a:avLst>
          </a:prstGeom>
          <a:solidFill>
            <a:schemeClr val="accen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>
                <a:solidFill>
                  <a:schemeClr val="accent2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rPr>
              <a:t>RETAIL</a:t>
            </a:r>
            <a:endParaRPr lang="en-IN" altLang="en-GB">
              <a:solidFill>
                <a:schemeClr val="accent2"/>
              </a:solidFill>
              <a:latin typeface="Viga" panose="020B0800030000020004"/>
              <a:ea typeface="Viga" panose="020B0800030000020004"/>
              <a:cs typeface="Viga" panose="020B0800030000020004"/>
              <a:sym typeface="Viga" panose="020B0800030000020004"/>
            </a:endParaRPr>
          </a:p>
        </p:txBody>
      </p:sp>
      <p:sp>
        <p:nvSpPr>
          <p:cNvPr id="318" name="Google Shape;318;p35"/>
          <p:cNvSpPr/>
          <p:nvPr/>
        </p:nvSpPr>
        <p:spPr>
          <a:xfrm rot="-5400000">
            <a:off x="6104325" y="-294449"/>
            <a:ext cx="424500" cy="1307100"/>
          </a:xfrm>
          <a:prstGeom prst="round2SameRect">
            <a:avLst>
              <a:gd name="adj1" fmla="val 50000"/>
              <a:gd name="adj2" fmla="val 13354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graphicFrame>
        <p:nvGraphicFramePr>
          <p:cNvPr id="2" name="Table 1"/>
          <p:cNvGraphicFramePr/>
          <p:nvPr/>
        </p:nvGraphicFramePr>
        <p:xfrm>
          <a:off x="539750" y="915670"/>
          <a:ext cx="7545070" cy="4138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5955"/>
                <a:gridCol w="1362075"/>
                <a:gridCol w="3027680"/>
                <a:gridCol w="1229360"/>
              </a:tblGrid>
              <a:tr h="360045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Functionality</a:t>
                      </a:r>
                      <a:endParaRPr lang="en-US" sz="1600" b="1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Issue type</a:t>
                      </a:r>
                      <a:endParaRPr lang="en-US" sz="1600" b="1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Issue description</a:t>
                      </a:r>
                      <a:endParaRPr lang="en-US" sz="1600" b="1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detected on</a:t>
                      </a:r>
                      <a:endParaRPr lang="en-US" sz="1600" b="1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9455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User_Registration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Reuirement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Under registration the Drop down list does not contain all the states corresponding to the country in the user end.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3/09/21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975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User_HomePageNavigation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Requirement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In the home page navigation the shop had no categories listing down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3/0921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045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User_SearchFunctionality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Requirement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The user cannot search based on the category in the search bar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3/09/21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045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User_ItemDetail_Navigation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UI/UX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On clickin the item it navigates to wrong item detail page in user end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3/09/21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975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User_Payment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Requirement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Online Payment option not avaiable So user cannot checkoutitem online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3/09/21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941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User_MyOrder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Requirement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Tracking order functionality Missing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3/09/21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User_Checkdelivery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UI/UX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Check delivery button is missing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4/09/12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9455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Admin_Catalog_Categories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Requirement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On deleting categories it will not give any sort of warning message if that perticular item likend to any product or not in the admin end.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3A3A3A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4/09/21</a:t>
                      </a:r>
                      <a:endParaRPr lang="en-US" sz="1200">
                        <a:solidFill>
                          <a:srgbClr val="3A3A3A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"/>
          <p:cNvSpPr/>
          <p:nvPr/>
        </p:nvSpPr>
        <p:spPr>
          <a:xfrm rot="-5400000">
            <a:off x="4133850" y="-3639820"/>
            <a:ext cx="626110" cy="8199755"/>
          </a:xfrm>
          <a:prstGeom prst="round2SameRect">
            <a:avLst>
              <a:gd name="adj1" fmla="val 50000"/>
              <a:gd name="adj2" fmla="val 13354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3" name="Text Box 2"/>
          <p:cNvSpPr txBox="1"/>
          <p:nvPr/>
        </p:nvSpPr>
        <p:spPr>
          <a:xfrm>
            <a:off x="755650" y="199390"/>
            <a:ext cx="5942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800">
                <a:solidFill>
                  <a:schemeClr val="accent1">
                    <a:lumMod val="75000"/>
                  </a:schemeClr>
                </a:solidFill>
                <a:latin typeface="Viga" panose="020B0800030000020004" charset="0"/>
                <a:cs typeface="Viga" panose="020B0800030000020004" charset="0"/>
              </a:rPr>
              <a:t>Sprint-1</a:t>
            </a:r>
            <a:endParaRPr lang="en-IN" altLang="en-US" sz="2800">
              <a:solidFill>
                <a:schemeClr val="accent1">
                  <a:lumMod val="75000"/>
                </a:schemeClr>
              </a:solidFill>
              <a:latin typeface="Viga" panose="020B0800030000020004" charset="0"/>
              <a:cs typeface="Viga" panose="020B0800030000020004" charset="0"/>
            </a:endParaRPr>
          </a:p>
        </p:txBody>
      </p:sp>
      <p:sp>
        <p:nvSpPr>
          <p:cNvPr id="565" name="Google Shape;565;p39"/>
          <p:cNvSpPr/>
          <p:nvPr/>
        </p:nvSpPr>
        <p:spPr>
          <a:xfrm>
            <a:off x="7790905" y="52138"/>
            <a:ext cx="815400" cy="815400"/>
          </a:xfrm>
          <a:prstGeom prst="donut">
            <a:avLst>
              <a:gd name="adj" fmla="val 25000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Text Box 4"/>
          <p:cNvSpPr txBox="1"/>
          <p:nvPr/>
        </p:nvSpPr>
        <p:spPr>
          <a:xfrm>
            <a:off x="396240" y="843280"/>
            <a:ext cx="8747760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rtl="0" fontAlgn="base"/>
            <a:r>
              <a:rPr lang="en-IN" altLang="en-GB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Post Execution Activities</a:t>
            </a:r>
            <a:r>
              <a:rPr lang="en-US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3200" u="sng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algn="l" rtl="0" fontAlgn="base"/>
            <a:endParaRPr lang="en-US" sz="2400" b="0" i="0" u="sng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Like to have features in application communicated to developers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On going issues discussed during the pre-production move of release 1</a:t>
            </a: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Review of acceptance criteria</a:t>
            </a: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Planning for regression test cases using manual/automation approach</a:t>
            </a: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sz="2400" dirty="0"/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sz="2400" dirty="0"/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endParaRPr lang="en-IN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"/>
          <p:cNvSpPr/>
          <p:nvPr/>
        </p:nvSpPr>
        <p:spPr>
          <a:xfrm rot="-5400000">
            <a:off x="4133850" y="-3639820"/>
            <a:ext cx="626110" cy="8199755"/>
          </a:xfrm>
          <a:prstGeom prst="round2SameRect">
            <a:avLst>
              <a:gd name="adj1" fmla="val 50000"/>
              <a:gd name="adj2" fmla="val 13354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3" name="Text Box 2"/>
          <p:cNvSpPr txBox="1"/>
          <p:nvPr/>
        </p:nvSpPr>
        <p:spPr>
          <a:xfrm>
            <a:off x="755650" y="199390"/>
            <a:ext cx="5942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800">
                <a:solidFill>
                  <a:schemeClr val="accent1">
                    <a:lumMod val="75000"/>
                  </a:schemeClr>
                </a:solidFill>
                <a:latin typeface="Viga" panose="020B0800030000020004" charset="0"/>
                <a:cs typeface="Viga" panose="020B0800030000020004" charset="0"/>
              </a:rPr>
              <a:t>Sprint-1</a:t>
            </a:r>
            <a:endParaRPr lang="en-IN" altLang="en-US" sz="2800">
              <a:solidFill>
                <a:schemeClr val="accent1">
                  <a:lumMod val="75000"/>
                </a:schemeClr>
              </a:solidFill>
              <a:latin typeface="Viga" panose="020B0800030000020004" charset="0"/>
              <a:cs typeface="Viga" panose="020B0800030000020004" charset="0"/>
            </a:endParaRPr>
          </a:p>
        </p:txBody>
      </p:sp>
      <p:sp>
        <p:nvSpPr>
          <p:cNvPr id="565" name="Google Shape;565;p39"/>
          <p:cNvSpPr/>
          <p:nvPr/>
        </p:nvSpPr>
        <p:spPr>
          <a:xfrm>
            <a:off x="7790905" y="52138"/>
            <a:ext cx="815400" cy="815400"/>
          </a:xfrm>
          <a:prstGeom prst="donut">
            <a:avLst>
              <a:gd name="adj" fmla="val 25000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" name="Text Box 1"/>
          <p:cNvSpPr txBox="1"/>
          <p:nvPr/>
        </p:nvSpPr>
        <p:spPr>
          <a:xfrm>
            <a:off x="396240" y="843280"/>
            <a:ext cx="8747760" cy="53848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rtl="0" fontAlgn="base"/>
            <a:r>
              <a:rPr lang="en-IN" altLang="en-US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Process  of sprint 1</a:t>
            </a:r>
            <a:endParaRPr lang="en-US" sz="3200" u="sng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algn="l" rtl="0" fontAlgn="base"/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  <a:sym typeface="+mn-ea"/>
              </a:rPr>
              <a:t>Started by doing walkthrough of the website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  <a:sym typeface="+mn-ea"/>
              </a:rPr>
              <a:t>Analised the functionality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  <a:sym typeface="+mn-ea"/>
              </a:rPr>
              <a:t>Started writing test case by Preparing the scenario first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  <a:sym typeface="+mn-ea"/>
              </a:rPr>
              <a:t>Then checked for postive and negative test cases and given the expected output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  <a:sym typeface="+mn-ea"/>
              </a:rPr>
              <a:t>After completing writing the test cases asigned one of the team mate to prepare review checklist for the test cases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  <a:sym typeface="+mn-ea"/>
              </a:rPr>
              <a:t>Once Test case is approved Started doing manual testing and marked wether passed or failed along with the risk  for each test cases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marL="0"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sz="2400" dirty="0"/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sz="2400" dirty="0"/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endParaRPr lang="en-IN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4"/>
          <p:cNvSpPr txBox="1"/>
          <p:nvPr>
            <p:ph type="title"/>
          </p:nvPr>
        </p:nvSpPr>
        <p:spPr>
          <a:xfrm>
            <a:off x="1355925" y="1768000"/>
            <a:ext cx="3651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/>
              <a:t>SPRINT 2</a:t>
            </a:r>
            <a:endParaRPr lang="en-IN" altLang="en-GB"/>
          </a:p>
        </p:txBody>
      </p:sp>
      <p:grpSp>
        <p:nvGrpSpPr>
          <p:cNvPr id="281" name="Google Shape;281;p34"/>
          <p:cNvGrpSpPr/>
          <p:nvPr/>
        </p:nvGrpSpPr>
        <p:grpSpPr>
          <a:xfrm>
            <a:off x="6442499" y="495015"/>
            <a:ext cx="1337797" cy="1888719"/>
            <a:chOff x="2615975" y="4376050"/>
            <a:chExt cx="1187675" cy="1676775"/>
          </a:xfrm>
        </p:grpSpPr>
        <p:sp>
          <p:nvSpPr>
            <p:cNvPr id="282" name="Google Shape;282;p34"/>
            <p:cNvSpPr/>
            <p:nvPr/>
          </p:nvSpPr>
          <p:spPr>
            <a:xfrm>
              <a:off x="3299375" y="5537175"/>
              <a:ext cx="468275" cy="468250"/>
            </a:xfrm>
            <a:custGeom>
              <a:avLst/>
              <a:gdLst/>
              <a:ahLst/>
              <a:cxnLst/>
              <a:rect l="l" t="t" r="r" b="b"/>
              <a:pathLst>
                <a:path w="18731" h="18730" extrusionOk="0">
                  <a:moveTo>
                    <a:pt x="266" y="18730"/>
                  </a:moveTo>
                  <a:lnTo>
                    <a:pt x="18730" y="228"/>
                  </a:lnTo>
                  <a:cubicBezTo>
                    <a:pt x="18730" y="228"/>
                    <a:pt x="10048" y="0"/>
                    <a:pt x="5005" y="5005"/>
                  </a:cubicBezTo>
                  <a:cubicBezTo>
                    <a:pt x="1" y="10010"/>
                    <a:pt x="266" y="18730"/>
                    <a:pt x="266" y="187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283;p34"/>
            <p:cNvSpPr/>
            <p:nvPr/>
          </p:nvSpPr>
          <p:spPr>
            <a:xfrm>
              <a:off x="2615975" y="4376050"/>
              <a:ext cx="1187675" cy="1676775"/>
            </a:xfrm>
            <a:custGeom>
              <a:avLst/>
              <a:gdLst/>
              <a:ahLst/>
              <a:cxnLst/>
              <a:rect l="l" t="t" r="r" b="b"/>
              <a:pathLst>
                <a:path w="47507" h="67071" extrusionOk="0">
                  <a:moveTo>
                    <a:pt x="37384" y="1"/>
                  </a:moveTo>
                  <a:lnTo>
                    <a:pt x="10124" y="1"/>
                  </a:lnTo>
                  <a:cubicBezTo>
                    <a:pt x="4550" y="1"/>
                    <a:pt x="1" y="4513"/>
                    <a:pt x="1" y="10124"/>
                  </a:cubicBezTo>
                  <a:lnTo>
                    <a:pt x="1" y="42919"/>
                  </a:lnTo>
                  <a:cubicBezTo>
                    <a:pt x="1" y="55507"/>
                    <a:pt x="9821" y="65895"/>
                    <a:pt x="22370" y="66616"/>
                  </a:cubicBezTo>
                  <a:cubicBezTo>
                    <a:pt x="31697" y="67070"/>
                    <a:pt x="27337" y="58957"/>
                    <a:pt x="33555" y="52739"/>
                  </a:cubicBezTo>
                  <a:cubicBezTo>
                    <a:pt x="39469" y="46862"/>
                    <a:pt x="47052" y="50388"/>
                    <a:pt x="47507" y="42919"/>
                  </a:cubicBezTo>
                  <a:lnTo>
                    <a:pt x="47507" y="10124"/>
                  </a:lnTo>
                  <a:cubicBezTo>
                    <a:pt x="47507" y="4513"/>
                    <a:pt x="42957" y="1"/>
                    <a:pt x="37384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284;p34"/>
            <p:cNvSpPr/>
            <p:nvPr/>
          </p:nvSpPr>
          <p:spPr>
            <a:xfrm>
              <a:off x="3306025" y="5545700"/>
              <a:ext cx="458775" cy="459725"/>
            </a:xfrm>
            <a:custGeom>
              <a:avLst/>
              <a:gdLst/>
              <a:ahLst/>
              <a:cxnLst/>
              <a:rect l="l" t="t" r="r" b="b"/>
              <a:pathLst>
                <a:path w="18351" h="18389" extrusionOk="0">
                  <a:moveTo>
                    <a:pt x="18350" y="1"/>
                  </a:moveTo>
                  <a:cubicBezTo>
                    <a:pt x="17403" y="683"/>
                    <a:pt x="16341" y="1138"/>
                    <a:pt x="15204" y="1328"/>
                  </a:cubicBezTo>
                  <a:cubicBezTo>
                    <a:pt x="14104" y="1669"/>
                    <a:pt x="12967" y="1934"/>
                    <a:pt x="11867" y="2275"/>
                  </a:cubicBezTo>
                  <a:cubicBezTo>
                    <a:pt x="10730" y="2655"/>
                    <a:pt x="9630" y="3110"/>
                    <a:pt x="8607" y="3678"/>
                  </a:cubicBezTo>
                  <a:cubicBezTo>
                    <a:pt x="6521" y="4854"/>
                    <a:pt x="4815" y="6560"/>
                    <a:pt x="3640" y="8645"/>
                  </a:cubicBezTo>
                  <a:cubicBezTo>
                    <a:pt x="3071" y="9669"/>
                    <a:pt x="2616" y="10768"/>
                    <a:pt x="2275" y="11906"/>
                  </a:cubicBezTo>
                  <a:cubicBezTo>
                    <a:pt x="1934" y="13005"/>
                    <a:pt x="1668" y="14142"/>
                    <a:pt x="1327" y="15242"/>
                  </a:cubicBezTo>
                  <a:cubicBezTo>
                    <a:pt x="1100" y="16379"/>
                    <a:pt x="645" y="17441"/>
                    <a:pt x="0" y="18389"/>
                  </a:cubicBezTo>
                  <a:cubicBezTo>
                    <a:pt x="796" y="17555"/>
                    <a:pt x="1441" y="16493"/>
                    <a:pt x="1782" y="15394"/>
                  </a:cubicBezTo>
                  <a:cubicBezTo>
                    <a:pt x="2123" y="14256"/>
                    <a:pt x="2389" y="13119"/>
                    <a:pt x="2730" y="12019"/>
                  </a:cubicBezTo>
                  <a:cubicBezTo>
                    <a:pt x="3071" y="10920"/>
                    <a:pt x="3488" y="9858"/>
                    <a:pt x="4057" y="8872"/>
                  </a:cubicBezTo>
                  <a:cubicBezTo>
                    <a:pt x="5194" y="6863"/>
                    <a:pt x="6825" y="5195"/>
                    <a:pt x="8834" y="4095"/>
                  </a:cubicBezTo>
                  <a:cubicBezTo>
                    <a:pt x="9820" y="3527"/>
                    <a:pt x="10881" y="3072"/>
                    <a:pt x="11981" y="2730"/>
                  </a:cubicBezTo>
                  <a:cubicBezTo>
                    <a:pt x="13080" y="2389"/>
                    <a:pt x="14218" y="2124"/>
                    <a:pt x="15317" y="1783"/>
                  </a:cubicBezTo>
                  <a:cubicBezTo>
                    <a:pt x="16455" y="1441"/>
                    <a:pt x="17478" y="835"/>
                    <a:pt x="1835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85" name="Google Shape;285;p34"/>
          <p:cNvSpPr txBox="1"/>
          <p:nvPr>
            <p:ph type="title" idx="2"/>
          </p:nvPr>
        </p:nvSpPr>
        <p:spPr>
          <a:xfrm>
            <a:off x="6384038" y="778000"/>
            <a:ext cx="1454700" cy="9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IN" altLang="en-GB"/>
              <a:t>3</a:t>
            </a:r>
            <a:endParaRPr lang="en-IN" altLang="en-GB"/>
          </a:p>
        </p:txBody>
      </p:sp>
      <p:sp>
        <p:nvSpPr>
          <p:cNvPr id="286" name="Google Shape;286;p34"/>
          <p:cNvSpPr/>
          <p:nvPr/>
        </p:nvSpPr>
        <p:spPr>
          <a:xfrm rot="-1196685">
            <a:off x="455721" y="587296"/>
            <a:ext cx="1454647" cy="80229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 sz="1600">
                <a:solidFill>
                  <a:schemeClr val="lt1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rPr>
              <a:t>RETAIL</a:t>
            </a:r>
            <a:endParaRPr lang="en-IN" altLang="en-GB" sz="1600">
              <a:solidFill>
                <a:schemeClr val="lt1"/>
              </a:solidFill>
              <a:latin typeface="Viga" panose="020B0800030000020004"/>
              <a:ea typeface="Viga" panose="020B0800030000020004"/>
              <a:cs typeface="Viga" panose="020B0800030000020004"/>
              <a:sym typeface="Viga" panose="020B08000300000200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"/>
          <p:cNvSpPr/>
          <p:nvPr/>
        </p:nvSpPr>
        <p:spPr>
          <a:xfrm rot="-5400000">
            <a:off x="4133850" y="-3639820"/>
            <a:ext cx="626110" cy="8199755"/>
          </a:xfrm>
          <a:prstGeom prst="round2SameRect">
            <a:avLst>
              <a:gd name="adj1" fmla="val 50000"/>
              <a:gd name="adj2" fmla="val 13354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3" name="Text Box 2"/>
          <p:cNvSpPr txBox="1"/>
          <p:nvPr/>
        </p:nvSpPr>
        <p:spPr>
          <a:xfrm>
            <a:off x="755650" y="199390"/>
            <a:ext cx="5942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800">
                <a:solidFill>
                  <a:schemeClr val="accent1">
                    <a:lumMod val="75000"/>
                  </a:schemeClr>
                </a:solidFill>
                <a:latin typeface="Viga" panose="020B0800030000020004" charset="0"/>
                <a:cs typeface="Viga" panose="020B0800030000020004" charset="0"/>
              </a:rPr>
              <a:t>Sprint-2</a:t>
            </a:r>
            <a:endParaRPr lang="en-IN" altLang="en-US" sz="2800">
              <a:solidFill>
                <a:schemeClr val="accent1">
                  <a:lumMod val="75000"/>
                </a:schemeClr>
              </a:solidFill>
              <a:latin typeface="Viga" panose="020B0800030000020004" charset="0"/>
              <a:cs typeface="Viga" panose="020B0800030000020004" charset="0"/>
            </a:endParaRPr>
          </a:p>
        </p:txBody>
      </p:sp>
      <p:sp>
        <p:nvSpPr>
          <p:cNvPr id="565" name="Google Shape;565;p39"/>
          <p:cNvSpPr/>
          <p:nvPr/>
        </p:nvSpPr>
        <p:spPr>
          <a:xfrm>
            <a:off x="7790905" y="52138"/>
            <a:ext cx="815400" cy="815400"/>
          </a:xfrm>
          <a:prstGeom prst="donut">
            <a:avLst>
              <a:gd name="adj" fmla="val 25000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Text Box 4"/>
          <p:cNvSpPr txBox="1"/>
          <p:nvPr/>
        </p:nvSpPr>
        <p:spPr>
          <a:xfrm>
            <a:off x="396240" y="843280"/>
            <a:ext cx="8747760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rtl="0" fontAlgn="base"/>
            <a:r>
              <a:rPr lang="en-IN" altLang="en-GB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Planning Activities</a:t>
            </a:r>
            <a:r>
              <a:rPr lang="en-US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3200" u="sng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algn="l" rtl="0" fontAlgn="base"/>
            <a:endParaRPr lang="en-US" sz="2400" b="0" i="0" u="sng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selection of test cases for automation under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/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        Smoke test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/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        Sanity test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/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        Regression test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Task allocation for automation test cases to automation testers</a:t>
            </a:r>
            <a:r>
              <a:rPr lang="en-US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Techniques followed -Selenium , Java ,maven, </a:t>
            </a:r>
            <a:r>
              <a:rPr lang="en-GB" sz="2400" dirty="0" err="1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testNG</a:t>
            </a: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, </a:t>
            </a:r>
            <a:r>
              <a:rPr lang="en-GB" sz="2400" dirty="0" err="1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PageObjectModel</a:t>
            </a:r>
            <a:r>
              <a:rPr 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, frameworks selected for the automation</a:t>
            </a:r>
            <a:r>
              <a:rPr lang="en-GB" sz="2400" dirty="0">
                <a:effectLst/>
                <a:latin typeface="Calibri" panose="020F0502020204030204" pitchFamily="34" charset="0"/>
                <a:sym typeface="+mn-ea"/>
              </a:rPr>
              <a:t> ​</a:t>
            </a:r>
            <a:endParaRPr lang="en-GB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sz="2400" dirty="0"/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sz="2400" dirty="0"/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endParaRPr lang="en-IN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"/>
          <p:cNvSpPr/>
          <p:nvPr/>
        </p:nvSpPr>
        <p:spPr>
          <a:xfrm rot="-5400000">
            <a:off x="4133850" y="-3639820"/>
            <a:ext cx="626110" cy="8199755"/>
          </a:xfrm>
          <a:prstGeom prst="round2SameRect">
            <a:avLst>
              <a:gd name="adj1" fmla="val 50000"/>
              <a:gd name="adj2" fmla="val 13354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3" name="Text Box 2"/>
          <p:cNvSpPr txBox="1"/>
          <p:nvPr/>
        </p:nvSpPr>
        <p:spPr>
          <a:xfrm>
            <a:off x="755650" y="199390"/>
            <a:ext cx="5942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800">
                <a:solidFill>
                  <a:schemeClr val="accent1">
                    <a:lumMod val="75000"/>
                  </a:schemeClr>
                </a:solidFill>
                <a:latin typeface="Viga" panose="020B0800030000020004" charset="0"/>
                <a:cs typeface="Viga" panose="020B0800030000020004" charset="0"/>
              </a:rPr>
              <a:t>Sprint-2</a:t>
            </a:r>
            <a:endParaRPr lang="en-IN" altLang="en-US" sz="2800">
              <a:solidFill>
                <a:schemeClr val="accent1">
                  <a:lumMod val="75000"/>
                </a:schemeClr>
              </a:solidFill>
              <a:latin typeface="Viga" panose="020B0800030000020004" charset="0"/>
              <a:cs typeface="Viga" panose="020B0800030000020004" charset="0"/>
            </a:endParaRPr>
          </a:p>
        </p:txBody>
      </p:sp>
      <p:sp>
        <p:nvSpPr>
          <p:cNvPr id="565" name="Google Shape;565;p39"/>
          <p:cNvSpPr/>
          <p:nvPr/>
        </p:nvSpPr>
        <p:spPr>
          <a:xfrm>
            <a:off x="7790905" y="52138"/>
            <a:ext cx="815400" cy="815400"/>
          </a:xfrm>
          <a:prstGeom prst="donut">
            <a:avLst>
              <a:gd name="adj" fmla="val 25000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Text Box 4"/>
          <p:cNvSpPr txBox="1"/>
          <p:nvPr/>
        </p:nvSpPr>
        <p:spPr>
          <a:xfrm>
            <a:off x="347345" y="822325"/>
            <a:ext cx="356362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rtl="0" fontAlgn="base">
              <a:buFont typeface="Arial" panose="020B0604020202020204" pitchFamily="34" charset="0"/>
              <a:buNone/>
            </a:pP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altLang="en-US" sz="2400" u="sng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2400" u="sng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SMOKE TEST:</a:t>
            </a:r>
            <a:endParaRPr lang="en-IN" altLang="en-US" sz="2400" u="sng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1.Admin_Home_page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2.Admin_Dashboard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3.Admin_Categories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4.Admin_Product_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    purchase_List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665095" y="699135"/>
            <a:ext cx="3563620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rtl="0" fontAlgn="base"/>
            <a:r>
              <a:rPr lang="en-US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u="sng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2400" u="sng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REGRESSION TEST:</a:t>
            </a:r>
            <a:endParaRPr lang="en-IN" altLang="en-US" sz="2400" u="sng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1.User_Registration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2.User_Login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3.User_search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4.User_AddtoCart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5.User_WishList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796280" y="627380"/>
            <a:ext cx="3563620" cy="47694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rtl="0" fontAlgn="base"/>
            <a:r>
              <a:rPr lang="en-US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2400" b="0" i="0" u="sng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2400" u="sng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SANITY TEST:</a:t>
            </a:r>
            <a:endParaRPr lang="en-IN" altLang="en-US" sz="2400" u="sng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1.Admin_Products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2.Admin_review 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3.Admin_Review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4.Admin_Returns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5.Asmin_Customer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6.Admin_Marketing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7.Admin_report_ProductViewList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8.Admin_Report_CustomerSearch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9.User_CustomerSearchAppearing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  in_adminend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10.User_MyOrder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11.User_MyAccount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12.User_Checkout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86385" y="915670"/>
            <a:ext cx="59423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rtl="0" fontAlgn="base"/>
            <a:r>
              <a:rPr lang="en-IN" altLang="en-GB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Functionality</a:t>
            </a:r>
            <a:r>
              <a:rPr lang="en-US" sz="28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IN" altLang="en-US" sz="2800">
              <a:solidFill>
                <a:schemeClr val="accent1">
                  <a:lumMod val="75000"/>
                </a:schemeClr>
              </a:solidFill>
              <a:latin typeface="Viga" panose="020B0800030000020004" charset="0"/>
              <a:cs typeface="Viga" panose="020B08000300000200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"/>
          <p:cNvSpPr/>
          <p:nvPr/>
        </p:nvSpPr>
        <p:spPr>
          <a:xfrm rot="-5400000">
            <a:off x="4133850" y="-3639820"/>
            <a:ext cx="626110" cy="8199755"/>
          </a:xfrm>
          <a:prstGeom prst="round2SameRect">
            <a:avLst>
              <a:gd name="adj1" fmla="val 50000"/>
              <a:gd name="adj2" fmla="val 13354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3" name="Text Box 2"/>
          <p:cNvSpPr txBox="1"/>
          <p:nvPr/>
        </p:nvSpPr>
        <p:spPr>
          <a:xfrm>
            <a:off x="755650" y="199390"/>
            <a:ext cx="5942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800">
                <a:solidFill>
                  <a:schemeClr val="accent1">
                    <a:lumMod val="75000"/>
                  </a:schemeClr>
                </a:solidFill>
                <a:latin typeface="Viga" panose="020B0800030000020004" charset="0"/>
                <a:cs typeface="Viga" panose="020B0800030000020004" charset="0"/>
              </a:rPr>
              <a:t>Sprint-2</a:t>
            </a:r>
            <a:endParaRPr lang="en-IN" altLang="en-US" sz="2800">
              <a:solidFill>
                <a:schemeClr val="accent1">
                  <a:lumMod val="75000"/>
                </a:schemeClr>
              </a:solidFill>
              <a:latin typeface="Viga" panose="020B0800030000020004" charset="0"/>
              <a:cs typeface="Viga" panose="020B0800030000020004" charset="0"/>
            </a:endParaRPr>
          </a:p>
        </p:txBody>
      </p:sp>
      <p:sp>
        <p:nvSpPr>
          <p:cNvPr id="565" name="Google Shape;565;p39"/>
          <p:cNvSpPr/>
          <p:nvPr/>
        </p:nvSpPr>
        <p:spPr>
          <a:xfrm>
            <a:off x="7790905" y="52138"/>
            <a:ext cx="815400" cy="815400"/>
          </a:xfrm>
          <a:prstGeom prst="donut">
            <a:avLst>
              <a:gd name="adj" fmla="val 25000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Text Box 4"/>
          <p:cNvSpPr txBox="1"/>
          <p:nvPr/>
        </p:nvSpPr>
        <p:spPr>
          <a:xfrm>
            <a:off x="396240" y="843280"/>
            <a:ext cx="874776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rtl="0" fontAlgn="base"/>
            <a:r>
              <a:rPr lang="en-IN" altLang="en-US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Process of Sprint 2</a:t>
            </a:r>
            <a:r>
              <a:rPr lang="en-US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3200" u="sng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algn="l" rtl="0" fontAlgn="base"/>
            <a:endParaRPr lang="en-US" sz="2400" b="0" i="0" u="sng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1.Smoke Test</a:t>
            </a:r>
            <a:endParaRPr lang="en-IN" altLang="en-GB" sz="240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GB" sz="2400" dirty="0">
                <a:effectLst/>
                <a:latin typeface="Calibri" panose="020F0502020204030204" pitchFamily="34" charset="0"/>
                <a:sym typeface="+mn-ea"/>
              </a:rPr>
              <a:t> ​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  <a:sym typeface="+mn-ea"/>
              </a:rPr>
              <a:t>Smoke test is done using SeleniumIDE 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Created project in selenium ide 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gave the url of the website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started recording 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asserted the destination element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stopped recording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Script will be generated 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finally Ran the script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marL="342900" indent="-34290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sz="2400" dirty="0"/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sz="2400" dirty="0"/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endParaRPr lang="en-IN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"/>
          <p:cNvSpPr/>
          <p:nvPr/>
        </p:nvSpPr>
        <p:spPr>
          <a:xfrm rot="-5400000">
            <a:off x="4133850" y="-3639820"/>
            <a:ext cx="626110" cy="8199755"/>
          </a:xfrm>
          <a:prstGeom prst="round2SameRect">
            <a:avLst>
              <a:gd name="adj1" fmla="val 50000"/>
              <a:gd name="adj2" fmla="val 13354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3" name="Text Box 2"/>
          <p:cNvSpPr txBox="1"/>
          <p:nvPr/>
        </p:nvSpPr>
        <p:spPr>
          <a:xfrm>
            <a:off x="755650" y="199390"/>
            <a:ext cx="5942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800">
                <a:solidFill>
                  <a:schemeClr val="accent1">
                    <a:lumMod val="75000"/>
                  </a:schemeClr>
                </a:solidFill>
                <a:latin typeface="Viga" panose="020B0800030000020004" charset="0"/>
                <a:cs typeface="Viga" panose="020B0800030000020004" charset="0"/>
              </a:rPr>
              <a:t>Sprint-2</a:t>
            </a:r>
            <a:endParaRPr lang="en-IN" altLang="en-US" sz="2800">
              <a:solidFill>
                <a:schemeClr val="accent1">
                  <a:lumMod val="75000"/>
                </a:schemeClr>
              </a:solidFill>
              <a:latin typeface="Viga" panose="020B0800030000020004" charset="0"/>
              <a:cs typeface="Viga" panose="020B0800030000020004" charset="0"/>
            </a:endParaRPr>
          </a:p>
        </p:txBody>
      </p:sp>
      <p:sp>
        <p:nvSpPr>
          <p:cNvPr id="565" name="Google Shape;565;p39"/>
          <p:cNvSpPr/>
          <p:nvPr/>
        </p:nvSpPr>
        <p:spPr>
          <a:xfrm>
            <a:off x="7790905" y="52138"/>
            <a:ext cx="815400" cy="815400"/>
          </a:xfrm>
          <a:prstGeom prst="donut">
            <a:avLst>
              <a:gd name="adj" fmla="val 25000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Text Box 4"/>
          <p:cNvSpPr txBox="1"/>
          <p:nvPr/>
        </p:nvSpPr>
        <p:spPr>
          <a:xfrm>
            <a:off x="396240" y="843280"/>
            <a:ext cx="8747760" cy="67392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rtl="0" fontAlgn="base"/>
            <a:r>
              <a:rPr lang="en-IN" altLang="en-US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Process of Sprint 2</a:t>
            </a:r>
            <a:r>
              <a:rPr lang="en-US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3200" u="sng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algn="l" rtl="0" fontAlgn="base"/>
            <a:endParaRPr lang="en-US" sz="2400" b="0" i="0" u="sng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2.Regression Test</a:t>
            </a:r>
            <a:endParaRPr lang="en-IN" altLang="en-GB" sz="240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GB" sz="2400" dirty="0">
                <a:effectLst/>
                <a:latin typeface="Calibri" panose="020F0502020204030204" pitchFamily="34" charset="0"/>
                <a:sym typeface="+mn-ea"/>
              </a:rPr>
              <a:t> 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  <a:sym typeface="+mn-ea"/>
              </a:rPr>
              <a:t>Regression test is done using EclipseIDE Using java 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Created separate package for Page class and Test case class 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In page class the reference to the WebElement is given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Using  id/xpath/cssSelector/linkText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Functions to login the page and to wish list the product is given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  <a:sym typeface="+mn-ea"/>
              </a:rPr>
              <a:t>In Testcase class the function within the page class are called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The expected output is given within Assert satement.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TestNG report and Extent Report are created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marL="0" indent="0" algn="l" rtl="0" fontAlgn="base">
              <a:buFont typeface="Arial" panose="020B0604020202020204" pitchFamily="34" charset="0"/>
              <a:buNone/>
            </a:pP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marL="342900" indent="-34290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sz="2400" dirty="0"/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sz="2400" dirty="0"/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endParaRPr lang="en-IN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"/>
          <p:cNvSpPr/>
          <p:nvPr/>
        </p:nvSpPr>
        <p:spPr>
          <a:xfrm rot="-5400000">
            <a:off x="4133850" y="-3639820"/>
            <a:ext cx="626110" cy="8199755"/>
          </a:xfrm>
          <a:prstGeom prst="round2SameRect">
            <a:avLst>
              <a:gd name="adj1" fmla="val 50000"/>
              <a:gd name="adj2" fmla="val 13354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3" name="Text Box 2"/>
          <p:cNvSpPr txBox="1"/>
          <p:nvPr/>
        </p:nvSpPr>
        <p:spPr>
          <a:xfrm>
            <a:off x="755650" y="199390"/>
            <a:ext cx="5942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800">
                <a:solidFill>
                  <a:schemeClr val="accent1">
                    <a:lumMod val="75000"/>
                  </a:schemeClr>
                </a:solidFill>
                <a:latin typeface="Viga" panose="020B0800030000020004" charset="0"/>
                <a:cs typeface="Viga" panose="020B0800030000020004" charset="0"/>
              </a:rPr>
              <a:t>Sprint-2</a:t>
            </a:r>
            <a:endParaRPr lang="en-IN" altLang="en-US" sz="2800">
              <a:solidFill>
                <a:schemeClr val="accent1">
                  <a:lumMod val="75000"/>
                </a:schemeClr>
              </a:solidFill>
              <a:latin typeface="Viga" panose="020B0800030000020004" charset="0"/>
              <a:cs typeface="Viga" panose="020B0800030000020004" charset="0"/>
            </a:endParaRPr>
          </a:p>
        </p:txBody>
      </p:sp>
      <p:sp>
        <p:nvSpPr>
          <p:cNvPr id="565" name="Google Shape;565;p39"/>
          <p:cNvSpPr/>
          <p:nvPr/>
        </p:nvSpPr>
        <p:spPr>
          <a:xfrm>
            <a:off x="7790905" y="52138"/>
            <a:ext cx="815400" cy="815400"/>
          </a:xfrm>
          <a:prstGeom prst="donut">
            <a:avLst>
              <a:gd name="adj" fmla="val 25000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Text Box 4"/>
          <p:cNvSpPr txBox="1"/>
          <p:nvPr/>
        </p:nvSpPr>
        <p:spPr>
          <a:xfrm>
            <a:off x="396240" y="843280"/>
            <a:ext cx="8747760" cy="66160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rtl="0" fontAlgn="base"/>
            <a:r>
              <a:rPr lang="en-IN" altLang="en-US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Process of Sprint 2</a:t>
            </a:r>
            <a:r>
              <a:rPr lang="en-US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​</a:t>
            </a:r>
            <a:endParaRPr lang="en-US" sz="3200" u="sng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algn="l" rtl="0" fontAlgn="base"/>
            <a:endParaRPr lang="en-US" sz="2400" b="0" i="0" u="sng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r>
              <a:rPr lang="en-IN" altLang="en-GB" sz="2400" dirty="0">
                <a:solidFill>
                  <a:schemeClr val="accent1"/>
                </a:soli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1.Sanity Test</a:t>
            </a:r>
            <a:endParaRPr lang="en-IN" altLang="en-GB" sz="240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  <a:sym typeface="+mn-ea"/>
              </a:rPr>
              <a:t>Regression test is done using EclipseIDE Using java 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  <a:sym typeface="+mn-ea"/>
              </a:rPr>
              <a:t>Created separate package for Page class and Test case class 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  <a:sym typeface="+mn-ea"/>
              </a:rPr>
              <a:t>In page class the reference to the WebElement is given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  <a:sym typeface="+mn-ea"/>
              </a:rPr>
              <a:t>Using  id/xpath/cssSelector/linkText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  <a:sym typeface="+mn-ea"/>
              </a:rPr>
              <a:t>Functions to login the page and to Ad,Delete,Filter the product is given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  <a:sym typeface="+mn-ea"/>
              </a:rPr>
              <a:t>In Testcase class the function within the page class are called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</a:rPr>
              <a:t>The sendKeys values are passed through data provider method using excel sheet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  <a:sym typeface="+mn-ea"/>
              </a:rPr>
              <a:t>The expected output is given within Assert satement.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  <a:sym typeface="+mn-ea"/>
              </a:rPr>
              <a:t>TestNG report and Extent Report are created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accent1"/>
                </a:solidFill>
                <a:latin typeface="Viga" panose="020B0800030000020004" charset="0"/>
                <a:cs typeface="Viga" panose="020B0800030000020004" charset="0"/>
                <a:sym typeface="+mn-ea"/>
              </a:rPr>
              <a:t>Screenshot method is implemented to capture the image after the execution</a:t>
            </a:r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pPr marL="342900" indent="-34290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sz="2400" dirty="0"/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sz="2400" dirty="0"/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endParaRPr lang="en-IN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0" descr="WhatsApp Image 2021-10-14 at 9.54.53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55" y="187325"/>
            <a:ext cx="8950960" cy="4768850"/>
          </a:xfrm>
          <a:prstGeom prst="rect">
            <a:avLst/>
          </a:prstGeom>
        </p:spPr>
      </p:pic>
      <p:sp>
        <p:nvSpPr>
          <p:cNvPr id="307" name="Google Shape;307;p35"/>
          <p:cNvSpPr/>
          <p:nvPr/>
        </p:nvSpPr>
        <p:spPr>
          <a:xfrm>
            <a:off x="-2503337" y="1118625"/>
            <a:ext cx="526075" cy="527975"/>
          </a:xfrm>
          <a:custGeom>
            <a:avLst/>
            <a:gdLst/>
            <a:ahLst/>
            <a:cxnLst/>
            <a:rect l="l" t="t" r="r" b="b"/>
            <a:pathLst>
              <a:path w="21043" h="21119" extrusionOk="0">
                <a:moveTo>
                  <a:pt x="21043" y="1"/>
                </a:moveTo>
                <a:lnTo>
                  <a:pt x="21043" y="1"/>
                </a:lnTo>
                <a:cubicBezTo>
                  <a:pt x="20133" y="1025"/>
                  <a:pt x="19488" y="2238"/>
                  <a:pt x="19109" y="3527"/>
                </a:cubicBezTo>
                <a:cubicBezTo>
                  <a:pt x="18654" y="4816"/>
                  <a:pt x="18351" y="6105"/>
                  <a:pt x="17934" y="7394"/>
                </a:cubicBezTo>
                <a:cubicBezTo>
                  <a:pt x="17555" y="8645"/>
                  <a:pt x="17100" y="9896"/>
                  <a:pt x="16531" y="11110"/>
                </a:cubicBezTo>
                <a:cubicBezTo>
                  <a:pt x="15356" y="13498"/>
                  <a:pt x="13422" y="15432"/>
                  <a:pt x="11072" y="16607"/>
                </a:cubicBezTo>
                <a:cubicBezTo>
                  <a:pt x="9858" y="17214"/>
                  <a:pt x="8645" y="17707"/>
                  <a:pt x="7356" y="18086"/>
                </a:cubicBezTo>
                <a:cubicBezTo>
                  <a:pt x="6105" y="18465"/>
                  <a:pt x="4778" y="18806"/>
                  <a:pt x="3527" y="19223"/>
                </a:cubicBezTo>
                <a:cubicBezTo>
                  <a:pt x="2200" y="19602"/>
                  <a:pt x="1024" y="20247"/>
                  <a:pt x="1" y="21119"/>
                </a:cubicBezTo>
                <a:cubicBezTo>
                  <a:pt x="1062" y="20323"/>
                  <a:pt x="2276" y="19754"/>
                  <a:pt x="3565" y="19451"/>
                </a:cubicBezTo>
                <a:cubicBezTo>
                  <a:pt x="4854" y="19072"/>
                  <a:pt x="6181" y="18768"/>
                  <a:pt x="7470" y="18427"/>
                </a:cubicBezTo>
                <a:cubicBezTo>
                  <a:pt x="8759" y="18048"/>
                  <a:pt x="10048" y="17593"/>
                  <a:pt x="11261" y="16986"/>
                </a:cubicBezTo>
                <a:cubicBezTo>
                  <a:pt x="12474" y="16380"/>
                  <a:pt x="13612" y="15583"/>
                  <a:pt x="14560" y="14636"/>
                </a:cubicBezTo>
                <a:cubicBezTo>
                  <a:pt x="16493" y="12626"/>
                  <a:pt x="17593" y="10048"/>
                  <a:pt x="18275" y="7470"/>
                </a:cubicBezTo>
                <a:cubicBezTo>
                  <a:pt x="18616" y="6143"/>
                  <a:pt x="18920" y="4854"/>
                  <a:pt x="19299" y="3565"/>
                </a:cubicBezTo>
                <a:cubicBezTo>
                  <a:pt x="19640" y="2276"/>
                  <a:pt x="20209" y="1062"/>
                  <a:pt x="2104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7" name="Google Shape;317;p35"/>
          <p:cNvSpPr/>
          <p:nvPr/>
        </p:nvSpPr>
        <p:spPr>
          <a:xfrm rot="5400000">
            <a:off x="7922260" y="805180"/>
            <a:ext cx="1402715" cy="471170"/>
          </a:xfrm>
          <a:prstGeom prst="roundRect">
            <a:avLst>
              <a:gd name="adj" fmla="val 38531"/>
            </a:avLst>
          </a:prstGeom>
          <a:solidFill>
            <a:schemeClr val="accen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>
                <a:solidFill>
                  <a:schemeClr val="accent2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rPr>
              <a:t>SMOKE TEST</a:t>
            </a:r>
            <a:endParaRPr lang="en-IN" altLang="en-GB">
              <a:solidFill>
                <a:schemeClr val="accent2"/>
              </a:solidFill>
              <a:latin typeface="Viga" panose="020B0800030000020004"/>
              <a:ea typeface="Viga" panose="020B0800030000020004"/>
              <a:cs typeface="Viga" panose="020B0800030000020004"/>
              <a:sym typeface="Viga" panose="020B08000300000200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0" descr="WhatsApp Image 2021-10-14 at 9.54.53 AM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195" y="123825"/>
            <a:ext cx="8834755" cy="4540885"/>
          </a:xfrm>
          <a:prstGeom prst="rect">
            <a:avLst/>
          </a:prstGeom>
        </p:spPr>
      </p:pic>
      <p:sp>
        <p:nvSpPr>
          <p:cNvPr id="307" name="Google Shape;307;p35"/>
          <p:cNvSpPr/>
          <p:nvPr/>
        </p:nvSpPr>
        <p:spPr>
          <a:xfrm>
            <a:off x="-2503337" y="1118625"/>
            <a:ext cx="526075" cy="527975"/>
          </a:xfrm>
          <a:custGeom>
            <a:avLst/>
            <a:gdLst/>
            <a:ahLst/>
            <a:cxnLst/>
            <a:rect l="l" t="t" r="r" b="b"/>
            <a:pathLst>
              <a:path w="21043" h="21119" extrusionOk="0">
                <a:moveTo>
                  <a:pt x="21043" y="1"/>
                </a:moveTo>
                <a:lnTo>
                  <a:pt x="21043" y="1"/>
                </a:lnTo>
                <a:cubicBezTo>
                  <a:pt x="20133" y="1025"/>
                  <a:pt x="19488" y="2238"/>
                  <a:pt x="19109" y="3527"/>
                </a:cubicBezTo>
                <a:cubicBezTo>
                  <a:pt x="18654" y="4816"/>
                  <a:pt x="18351" y="6105"/>
                  <a:pt x="17934" y="7394"/>
                </a:cubicBezTo>
                <a:cubicBezTo>
                  <a:pt x="17555" y="8645"/>
                  <a:pt x="17100" y="9896"/>
                  <a:pt x="16531" y="11110"/>
                </a:cubicBezTo>
                <a:cubicBezTo>
                  <a:pt x="15356" y="13498"/>
                  <a:pt x="13422" y="15432"/>
                  <a:pt x="11072" y="16607"/>
                </a:cubicBezTo>
                <a:cubicBezTo>
                  <a:pt x="9858" y="17214"/>
                  <a:pt x="8645" y="17707"/>
                  <a:pt x="7356" y="18086"/>
                </a:cubicBezTo>
                <a:cubicBezTo>
                  <a:pt x="6105" y="18465"/>
                  <a:pt x="4778" y="18806"/>
                  <a:pt x="3527" y="19223"/>
                </a:cubicBezTo>
                <a:cubicBezTo>
                  <a:pt x="2200" y="19602"/>
                  <a:pt x="1024" y="20247"/>
                  <a:pt x="1" y="21119"/>
                </a:cubicBezTo>
                <a:cubicBezTo>
                  <a:pt x="1062" y="20323"/>
                  <a:pt x="2276" y="19754"/>
                  <a:pt x="3565" y="19451"/>
                </a:cubicBezTo>
                <a:cubicBezTo>
                  <a:pt x="4854" y="19072"/>
                  <a:pt x="6181" y="18768"/>
                  <a:pt x="7470" y="18427"/>
                </a:cubicBezTo>
                <a:cubicBezTo>
                  <a:pt x="8759" y="18048"/>
                  <a:pt x="10048" y="17593"/>
                  <a:pt x="11261" y="16986"/>
                </a:cubicBezTo>
                <a:cubicBezTo>
                  <a:pt x="12474" y="16380"/>
                  <a:pt x="13612" y="15583"/>
                  <a:pt x="14560" y="14636"/>
                </a:cubicBezTo>
                <a:cubicBezTo>
                  <a:pt x="16493" y="12626"/>
                  <a:pt x="17593" y="10048"/>
                  <a:pt x="18275" y="7470"/>
                </a:cubicBezTo>
                <a:cubicBezTo>
                  <a:pt x="18616" y="6143"/>
                  <a:pt x="18920" y="4854"/>
                  <a:pt x="19299" y="3565"/>
                </a:cubicBezTo>
                <a:cubicBezTo>
                  <a:pt x="19640" y="2276"/>
                  <a:pt x="20209" y="1062"/>
                  <a:pt x="2104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7" name="Google Shape;317;p35"/>
          <p:cNvSpPr/>
          <p:nvPr/>
        </p:nvSpPr>
        <p:spPr>
          <a:xfrm>
            <a:off x="-295" y="51265"/>
            <a:ext cx="1576800" cy="471300"/>
          </a:xfrm>
          <a:prstGeom prst="roundRect">
            <a:avLst>
              <a:gd name="adj" fmla="val 38531"/>
            </a:avLst>
          </a:prstGeom>
          <a:solidFill>
            <a:schemeClr val="accen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>
                <a:solidFill>
                  <a:schemeClr val="accent2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rPr>
              <a:t>TestNG Report</a:t>
            </a:r>
            <a:endParaRPr lang="en-IN" altLang="en-GB">
              <a:solidFill>
                <a:schemeClr val="accent2"/>
              </a:solidFill>
              <a:latin typeface="Viga" panose="020B0800030000020004"/>
              <a:ea typeface="Viga" panose="020B0800030000020004"/>
              <a:cs typeface="Viga" panose="020B0800030000020004"/>
              <a:sym typeface="Viga" panose="020B08000300000200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1-10-14 at 9.54.54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95" y="123190"/>
            <a:ext cx="9039860" cy="3820795"/>
          </a:xfrm>
          <a:prstGeom prst="rect">
            <a:avLst/>
          </a:prstGeom>
        </p:spPr>
      </p:pic>
      <p:sp>
        <p:nvSpPr>
          <p:cNvPr id="307" name="Google Shape;307;p35"/>
          <p:cNvSpPr/>
          <p:nvPr/>
        </p:nvSpPr>
        <p:spPr>
          <a:xfrm>
            <a:off x="-2503337" y="1118625"/>
            <a:ext cx="526075" cy="527975"/>
          </a:xfrm>
          <a:custGeom>
            <a:avLst/>
            <a:gdLst/>
            <a:ahLst/>
            <a:cxnLst/>
            <a:rect l="l" t="t" r="r" b="b"/>
            <a:pathLst>
              <a:path w="21043" h="21119" extrusionOk="0">
                <a:moveTo>
                  <a:pt x="21043" y="1"/>
                </a:moveTo>
                <a:lnTo>
                  <a:pt x="21043" y="1"/>
                </a:lnTo>
                <a:cubicBezTo>
                  <a:pt x="20133" y="1025"/>
                  <a:pt x="19488" y="2238"/>
                  <a:pt x="19109" y="3527"/>
                </a:cubicBezTo>
                <a:cubicBezTo>
                  <a:pt x="18654" y="4816"/>
                  <a:pt x="18351" y="6105"/>
                  <a:pt x="17934" y="7394"/>
                </a:cubicBezTo>
                <a:cubicBezTo>
                  <a:pt x="17555" y="8645"/>
                  <a:pt x="17100" y="9896"/>
                  <a:pt x="16531" y="11110"/>
                </a:cubicBezTo>
                <a:cubicBezTo>
                  <a:pt x="15356" y="13498"/>
                  <a:pt x="13422" y="15432"/>
                  <a:pt x="11072" y="16607"/>
                </a:cubicBezTo>
                <a:cubicBezTo>
                  <a:pt x="9858" y="17214"/>
                  <a:pt x="8645" y="17707"/>
                  <a:pt x="7356" y="18086"/>
                </a:cubicBezTo>
                <a:cubicBezTo>
                  <a:pt x="6105" y="18465"/>
                  <a:pt x="4778" y="18806"/>
                  <a:pt x="3527" y="19223"/>
                </a:cubicBezTo>
                <a:cubicBezTo>
                  <a:pt x="2200" y="19602"/>
                  <a:pt x="1024" y="20247"/>
                  <a:pt x="1" y="21119"/>
                </a:cubicBezTo>
                <a:cubicBezTo>
                  <a:pt x="1062" y="20323"/>
                  <a:pt x="2276" y="19754"/>
                  <a:pt x="3565" y="19451"/>
                </a:cubicBezTo>
                <a:cubicBezTo>
                  <a:pt x="4854" y="19072"/>
                  <a:pt x="6181" y="18768"/>
                  <a:pt x="7470" y="18427"/>
                </a:cubicBezTo>
                <a:cubicBezTo>
                  <a:pt x="8759" y="18048"/>
                  <a:pt x="10048" y="17593"/>
                  <a:pt x="11261" y="16986"/>
                </a:cubicBezTo>
                <a:cubicBezTo>
                  <a:pt x="12474" y="16380"/>
                  <a:pt x="13612" y="15583"/>
                  <a:pt x="14560" y="14636"/>
                </a:cubicBezTo>
                <a:cubicBezTo>
                  <a:pt x="16493" y="12626"/>
                  <a:pt x="17593" y="10048"/>
                  <a:pt x="18275" y="7470"/>
                </a:cubicBezTo>
                <a:cubicBezTo>
                  <a:pt x="18616" y="6143"/>
                  <a:pt x="18920" y="4854"/>
                  <a:pt x="19299" y="3565"/>
                </a:cubicBezTo>
                <a:cubicBezTo>
                  <a:pt x="19640" y="2276"/>
                  <a:pt x="20209" y="1062"/>
                  <a:pt x="2104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7" name="Google Shape;317;p35"/>
          <p:cNvSpPr/>
          <p:nvPr/>
        </p:nvSpPr>
        <p:spPr>
          <a:xfrm>
            <a:off x="7380310" y="4227660"/>
            <a:ext cx="1576800" cy="471300"/>
          </a:xfrm>
          <a:prstGeom prst="roundRect">
            <a:avLst>
              <a:gd name="adj" fmla="val 38531"/>
            </a:avLst>
          </a:prstGeom>
          <a:solidFill>
            <a:schemeClr val="accen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>
                <a:solidFill>
                  <a:schemeClr val="accent2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rPr>
              <a:t>Extent Report</a:t>
            </a:r>
            <a:endParaRPr lang="en-IN" altLang="en-GB">
              <a:solidFill>
                <a:schemeClr val="accent2"/>
              </a:solidFill>
              <a:latin typeface="Viga" panose="020B0800030000020004"/>
              <a:ea typeface="Viga" panose="020B0800030000020004"/>
              <a:cs typeface="Viga" panose="020B0800030000020004"/>
              <a:sym typeface="Viga" panose="020B08000300000200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"/>
          <p:cNvSpPr/>
          <p:nvPr/>
        </p:nvSpPr>
        <p:spPr>
          <a:xfrm rot="-5400000">
            <a:off x="4133850" y="-3639820"/>
            <a:ext cx="626110" cy="8199755"/>
          </a:xfrm>
          <a:prstGeom prst="round2SameRect">
            <a:avLst>
              <a:gd name="adj1" fmla="val 50000"/>
              <a:gd name="adj2" fmla="val 13354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3" name="Text Box 2"/>
          <p:cNvSpPr txBox="1"/>
          <p:nvPr/>
        </p:nvSpPr>
        <p:spPr>
          <a:xfrm>
            <a:off x="755650" y="199390"/>
            <a:ext cx="5942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800">
                <a:solidFill>
                  <a:schemeClr val="accent1">
                    <a:lumMod val="75000"/>
                  </a:schemeClr>
                </a:solidFill>
                <a:latin typeface="Viga" panose="020B0800030000020004" charset="0"/>
                <a:cs typeface="Viga" panose="020B0800030000020004" charset="0"/>
              </a:rPr>
              <a:t>Sprint-2</a:t>
            </a:r>
            <a:endParaRPr lang="en-IN" altLang="en-US" sz="2800">
              <a:solidFill>
                <a:schemeClr val="accent1">
                  <a:lumMod val="75000"/>
                </a:schemeClr>
              </a:solidFill>
              <a:latin typeface="Viga" panose="020B0800030000020004" charset="0"/>
              <a:cs typeface="Viga" panose="020B0800030000020004" charset="0"/>
            </a:endParaRPr>
          </a:p>
        </p:txBody>
      </p:sp>
      <p:sp>
        <p:nvSpPr>
          <p:cNvPr id="565" name="Google Shape;565;p39"/>
          <p:cNvSpPr/>
          <p:nvPr/>
        </p:nvSpPr>
        <p:spPr>
          <a:xfrm>
            <a:off x="7790905" y="52138"/>
            <a:ext cx="815400" cy="815400"/>
          </a:xfrm>
          <a:prstGeom prst="donut">
            <a:avLst>
              <a:gd name="adj" fmla="val 25000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" name="Text Box 1"/>
          <p:cNvSpPr txBox="1"/>
          <p:nvPr/>
        </p:nvSpPr>
        <p:spPr>
          <a:xfrm>
            <a:off x="396240" y="843280"/>
            <a:ext cx="874776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rtl="0" fontAlgn="base"/>
            <a:r>
              <a:rPr lang="en-IN" altLang="en-US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Implementation of Cucumber Framework</a:t>
            </a:r>
            <a:endParaRPr lang="en-US" sz="3200" u="sng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algn="l" rtl="0" fontAlgn="base"/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marL="0"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sz="2400" dirty="0"/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sz="2400" dirty="0"/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endParaRPr lang="en-IN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</p:txBody>
      </p:sp>
      <p:pic>
        <p:nvPicPr>
          <p:cNvPr id="1" name="Picture 0"/>
          <p:cNvPicPr>
            <a:picLocks noChangeAspect="1"/>
          </p:cNvPicPr>
          <p:nvPr/>
        </p:nvPicPr>
        <p:blipFill>
          <a:blip r:embed="rId1"/>
          <a:srcRect l="23655" t="16813" r="2171" b="33461"/>
          <a:stretch>
            <a:fillRect/>
          </a:stretch>
        </p:blipFill>
        <p:spPr>
          <a:xfrm>
            <a:off x="539750" y="1635760"/>
            <a:ext cx="8350885" cy="3147695"/>
          </a:xfrm>
          <a:prstGeom prst="rect">
            <a:avLst/>
          </a:prstGeom>
        </p:spPr>
      </p:pic>
      <p:sp>
        <p:nvSpPr>
          <p:cNvPr id="317" name="Google Shape;317;p35"/>
          <p:cNvSpPr/>
          <p:nvPr/>
        </p:nvSpPr>
        <p:spPr>
          <a:xfrm>
            <a:off x="5147945" y="1491615"/>
            <a:ext cx="3807460" cy="471170"/>
          </a:xfrm>
          <a:prstGeom prst="roundRect">
            <a:avLst>
              <a:gd name="adj" fmla="val 38531"/>
            </a:avLst>
          </a:prstGeom>
          <a:solidFill>
            <a:schemeClr val="accen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>
                <a:solidFill>
                  <a:schemeClr val="accent2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rPr>
              <a:t>User Login verification Cumber Report</a:t>
            </a:r>
            <a:endParaRPr lang="en-IN" altLang="en-GB">
              <a:solidFill>
                <a:schemeClr val="accent2"/>
              </a:solidFill>
              <a:latin typeface="Viga" panose="020B0800030000020004"/>
              <a:ea typeface="Viga" panose="020B0800030000020004"/>
              <a:cs typeface="Viga" panose="020B0800030000020004"/>
              <a:sym typeface="Viga" panose="020B08000300000200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"/>
          <p:cNvSpPr/>
          <p:nvPr/>
        </p:nvSpPr>
        <p:spPr>
          <a:xfrm rot="-5400000">
            <a:off x="4133850" y="-3639820"/>
            <a:ext cx="626110" cy="8199755"/>
          </a:xfrm>
          <a:prstGeom prst="round2SameRect">
            <a:avLst>
              <a:gd name="adj1" fmla="val 50000"/>
              <a:gd name="adj2" fmla="val 13354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3" name="Text Box 2"/>
          <p:cNvSpPr txBox="1"/>
          <p:nvPr/>
        </p:nvSpPr>
        <p:spPr>
          <a:xfrm>
            <a:off x="755650" y="199390"/>
            <a:ext cx="5942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800">
                <a:solidFill>
                  <a:schemeClr val="accent1">
                    <a:lumMod val="75000"/>
                  </a:schemeClr>
                </a:solidFill>
                <a:latin typeface="Viga" panose="020B0800030000020004" charset="0"/>
                <a:cs typeface="Viga" panose="020B0800030000020004" charset="0"/>
              </a:rPr>
              <a:t>Sprint-2</a:t>
            </a:r>
            <a:endParaRPr lang="en-IN" altLang="en-US" sz="2800">
              <a:solidFill>
                <a:schemeClr val="accent1">
                  <a:lumMod val="75000"/>
                </a:schemeClr>
              </a:solidFill>
              <a:latin typeface="Viga" panose="020B0800030000020004" charset="0"/>
              <a:cs typeface="Viga" panose="020B0800030000020004" charset="0"/>
            </a:endParaRPr>
          </a:p>
        </p:txBody>
      </p:sp>
      <p:sp>
        <p:nvSpPr>
          <p:cNvPr id="565" name="Google Shape;565;p39"/>
          <p:cNvSpPr/>
          <p:nvPr/>
        </p:nvSpPr>
        <p:spPr>
          <a:xfrm>
            <a:off x="7790905" y="52138"/>
            <a:ext cx="815400" cy="815400"/>
          </a:xfrm>
          <a:prstGeom prst="donut">
            <a:avLst>
              <a:gd name="adj" fmla="val 25000"/>
            </a:avLst>
          </a:pr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" name="Text Box 1"/>
          <p:cNvSpPr txBox="1"/>
          <p:nvPr/>
        </p:nvSpPr>
        <p:spPr>
          <a:xfrm>
            <a:off x="396240" y="843280"/>
            <a:ext cx="874776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rtl="0" fontAlgn="base"/>
            <a:r>
              <a:rPr lang="en-IN" altLang="en-US" sz="3200" u="sng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Viga" panose="020B0800030000020004" charset="0"/>
                <a:cs typeface="Viga" panose="020B0800030000020004" charset="0"/>
                <a:sym typeface="+mn-ea"/>
              </a:rPr>
              <a:t>End to End testing </a:t>
            </a:r>
            <a:endParaRPr lang="en-US" sz="3200" u="sng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algn="l" rtl="0" fontAlgn="base"/>
            <a:endParaRPr lang="en-IN" altLang="en-US" sz="16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  <a:sym typeface="+mn-ea"/>
            </a:endParaRPr>
          </a:p>
          <a:p>
            <a:pPr marL="0"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sz="2400" dirty="0"/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IN" sz="2400" dirty="0"/>
          </a:p>
          <a:p>
            <a:pPr indent="0" algn="l" rtl="0" fontAlgn="base">
              <a:buFont typeface="Arial" panose="020B0604020202020204" pitchFamily="34" charset="0"/>
              <a:buNone/>
            </a:pPr>
            <a:endParaRPr lang="en-GB" sz="2400" b="0" i="0" dirty="0">
              <a:solidFill>
                <a:schemeClr val="accent1"/>
              </a:solidFill>
              <a:effectLst/>
              <a:latin typeface="Viga" panose="020B0800030000020004" charset="0"/>
              <a:cs typeface="Viga" panose="020B0800030000020004" charset="0"/>
            </a:endParaRPr>
          </a:p>
          <a:p>
            <a:endParaRPr lang="en-IN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  <a:p>
            <a:endParaRPr lang="en-IN" altLang="en-US" sz="2400" dirty="0">
              <a:solidFill>
                <a:schemeClr val="accent1"/>
              </a:solidFill>
              <a:latin typeface="Viga" panose="020B0800030000020004" charset="0"/>
              <a:cs typeface="Viga" panose="020B0800030000020004" charset="0"/>
            </a:endParaRPr>
          </a:p>
        </p:txBody>
      </p:sp>
      <p:sp>
        <p:nvSpPr>
          <p:cNvPr id="317" name="Google Shape;317;p35"/>
          <p:cNvSpPr/>
          <p:nvPr/>
        </p:nvSpPr>
        <p:spPr>
          <a:xfrm>
            <a:off x="3780155" y="4587875"/>
            <a:ext cx="2548890" cy="471170"/>
          </a:xfrm>
          <a:prstGeom prst="roundRect">
            <a:avLst>
              <a:gd name="adj" fmla="val 38531"/>
            </a:avLst>
          </a:prstGeom>
          <a:solidFill>
            <a:schemeClr val="accen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>
                <a:solidFill>
                  <a:schemeClr val="accent2"/>
                </a:solidFill>
                <a:latin typeface="Viga" panose="020B0800030000020004"/>
                <a:ea typeface="Viga" panose="020B0800030000020004"/>
                <a:cs typeface="Viga" panose="020B0800030000020004"/>
                <a:sym typeface="Viga" panose="020B0800030000020004"/>
              </a:rPr>
              <a:t>Validation of the Cart Total</a:t>
            </a:r>
            <a:endParaRPr lang="en-IN" altLang="en-GB">
              <a:solidFill>
                <a:schemeClr val="accent2"/>
              </a:solidFill>
              <a:latin typeface="Viga" panose="020B0800030000020004"/>
              <a:ea typeface="Viga" panose="020B0800030000020004"/>
              <a:cs typeface="Viga" panose="020B0800030000020004"/>
              <a:sym typeface="Viga" panose="020B08000300000200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t="15944" b="7411"/>
          <a:stretch>
            <a:fillRect/>
          </a:stretch>
        </p:blipFill>
        <p:spPr>
          <a:xfrm>
            <a:off x="-36830" y="1851660"/>
            <a:ext cx="5937250" cy="255905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220335" y="4011930"/>
            <a:ext cx="575945" cy="360045"/>
          </a:xfrm>
          <a:prstGeom prst="ellipse">
            <a:avLst/>
          </a:prstGeom>
          <a:noFill/>
          <a:ln>
            <a:gradFill>
              <a:gsLst>
                <a:gs pos="0">
                  <a:srgbClr val="E30000"/>
                </a:gs>
                <a:gs pos="100000">
                  <a:srgbClr val="760303"/>
                </a:gs>
              </a:gsLst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l="22617" t="60709" r="48249" b="6076"/>
          <a:stretch>
            <a:fillRect/>
          </a:stretch>
        </p:blipFill>
        <p:spPr>
          <a:xfrm>
            <a:off x="5900420" y="1923415"/>
            <a:ext cx="3147695" cy="22161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7"/>
          <p:cNvSpPr/>
          <p:nvPr/>
        </p:nvSpPr>
        <p:spPr>
          <a:xfrm>
            <a:off x="2339975" y="2068195"/>
            <a:ext cx="4023360" cy="862330"/>
          </a:xfrm>
          <a:prstGeom prst="roundRect">
            <a:avLst>
              <a:gd name="adj" fmla="val 50000"/>
            </a:avLst>
          </a:prstGeom>
          <a:solidFill>
            <a:srgbClr val="215A80"/>
          </a:solidFill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4" name="Google Shape;824;p47"/>
          <p:cNvSpPr txBox="1"/>
          <p:nvPr>
            <p:ph type="title"/>
          </p:nvPr>
        </p:nvSpPr>
        <p:spPr>
          <a:xfrm>
            <a:off x="3563620" y="2293620"/>
            <a:ext cx="1633855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/>
              <a:t>THANKYOU</a:t>
            </a:r>
            <a:endParaRPr lang="en-IN" altLang="en-GB"/>
          </a:p>
        </p:txBody>
      </p:sp>
      <p:sp>
        <p:nvSpPr>
          <p:cNvPr id="826" name="Google Shape;826;p47"/>
          <p:cNvSpPr/>
          <p:nvPr/>
        </p:nvSpPr>
        <p:spPr>
          <a:xfrm>
            <a:off x="714375" y="3018155"/>
            <a:ext cx="1348740" cy="1348105"/>
          </a:xfrm>
          <a:custGeom>
            <a:avLst/>
            <a:gdLst/>
            <a:ahLst/>
            <a:cxnLst/>
            <a:rect l="l" t="t" r="r" b="b"/>
            <a:pathLst>
              <a:path w="103951" h="103899" extrusionOk="0">
                <a:moveTo>
                  <a:pt x="53962" y="1"/>
                </a:moveTo>
                <a:cubicBezTo>
                  <a:pt x="33739" y="1"/>
                  <a:pt x="15477" y="12176"/>
                  <a:pt x="7739" y="30850"/>
                </a:cubicBezTo>
                <a:cubicBezTo>
                  <a:pt x="1" y="49525"/>
                  <a:pt x="4283" y="71037"/>
                  <a:pt x="18572" y="85327"/>
                </a:cubicBezTo>
                <a:cubicBezTo>
                  <a:pt x="32862" y="99669"/>
                  <a:pt x="54374" y="103899"/>
                  <a:pt x="73101" y="96161"/>
                </a:cubicBezTo>
                <a:cubicBezTo>
                  <a:pt x="91775" y="88422"/>
                  <a:pt x="103950" y="70212"/>
                  <a:pt x="103950" y="49989"/>
                </a:cubicBezTo>
                <a:cubicBezTo>
                  <a:pt x="103950" y="22390"/>
                  <a:pt x="81561" y="1"/>
                  <a:pt x="53962" y="1"/>
                </a:cubicBezTo>
                <a:close/>
                <a:moveTo>
                  <a:pt x="53962" y="76145"/>
                </a:moveTo>
                <a:cubicBezTo>
                  <a:pt x="43386" y="76145"/>
                  <a:pt x="33842" y="69748"/>
                  <a:pt x="29767" y="59998"/>
                </a:cubicBezTo>
                <a:cubicBezTo>
                  <a:pt x="25743" y="50196"/>
                  <a:pt x="27961" y="39001"/>
                  <a:pt x="35442" y="31521"/>
                </a:cubicBezTo>
                <a:cubicBezTo>
                  <a:pt x="42922" y="24041"/>
                  <a:pt x="54168" y="21771"/>
                  <a:pt x="63918" y="25846"/>
                </a:cubicBezTo>
                <a:cubicBezTo>
                  <a:pt x="73720" y="29870"/>
                  <a:pt x="80065" y="39414"/>
                  <a:pt x="80065" y="49989"/>
                </a:cubicBezTo>
                <a:cubicBezTo>
                  <a:pt x="80065" y="64434"/>
                  <a:pt x="68355" y="76145"/>
                  <a:pt x="53962" y="76145"/>
                </a:cubicBezTo>
                <a:close/>
              </a:path>
            </a:pathLst>
          </a:custGeom>
          <a:solidFill>
            <a:schemeClr val="dk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 Western Blot Breakthrough by Slidesgo">
  <a:themeElements>
    <a:clrScheme name="Simple Light">
      <a:dk1>
        <a:srgbClr val="666666"/>
      </a:dk1>
      <a:lt1>
        <a:srgbClr val="E8F8F7"/>
      </a:lt1>
      <a:dk2>
        <a:srgbClr val="A8E9E3"/>
      </a:dk2>
      <a:lt2>
        <a:srgbClr val="6ACBDA"/>
      </a:lt2>
      <a:accent1>
        <a:srgbClr val="215A8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5285</Words>
  <Application>WPS Presentation</Application>
  <PresentationFormat/>
  <Paragraphs>392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1" baseType="lpstr">
      <vt:lpstr>Arial</vt:lpstr>
      <vt:lpstr>SimSun</vt:lpstr>
      <vt:lpstr>Wingdings</vt:lpstr>
      <vt:lpstr>Arial</vt:lpstr>
      <vt:lpstr>Viga</vt:lpstr>
      <vt:lpstr>Lato</vt:lpstr>
      <vt:lpstr>Roboto Condensed Light</vt:lpstr>
      <vt:lpstr>Segoe Print</vt:lpstr>
      <vt:lpstr>Anaheim</vt:lpstr>
      <vt:lpstr>NewsGoth BT</vt:lpstr>
      <vt:lpstr>Viga</vt:lpstr>
      <vt:lpstr>Microsoft YaHei</vt:lpstr>
      <vt:lpstr>Arial Unicode MS</vt:lpstr>
      <vt:lpstr>Times New Roman</vt:lpstr>
      <vt:lpstr>Calibri</vt:lpstr>
      <vt:lpstr> Western Blot Breakthrough by Slidesgo</vt:lpstr>
      <vt:lpstr>RETAIL PROJECT</vt:lpstr>
      <vt:lpstr>1</vt:lpstr>
      <vt:lpstr>01</vt:lpstr>
      <vt:lpstr>1.Mahfooza 2.Meghna 3.Nandita 4.Prerana 5.Mithali 6.Naija 7.Gowri 8.Keerthana 9.kusum </vt:lpstr>
      <vt:lpstr>02</vt:lpstr>
      <vt:lpstr>PowerPoint 演示文稿</vt:lpstr>
      <vt:lpstr>PowerPoint 演示文稿</vt:lpstr>
      <vt:lpstr>PowerPoint 演示文稿</vt:lpstr>
      <vt:lpstr>PowerPoint 演示文稿</vt:lpstr>
      <vt:lpstr>Pivot Chart</vt:lpstr>
      <vt:lpstr>Defects Table</vt:lpstr>
      <vt:lpstr>PowerPoint 演示文稿</vt:lpstr>
      <vt:lpstr>PowerPoint 演示文稿</vt:lpstr>
      <vt:lpstr>03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Defects Table</vt:lpstr>
      <vt:lpstr>Defects Table</vt:lpstr>
      <vt:lpstr>PowerPoint 演示文稿</vt:lpstr>
      <vt:lpstr>PowerPoint 演示文稿</vt:lpstr>
      <vt:lpstr>PowerPoint 演示文稿</vt:lpstr>
      <vt:lpstr>THANKYOU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PROJECT</dc:title>
  <dc:creator/>
  <cp:lastModifiedBy>hp</cp:lastModifiedBy>
  <cp:revision>6</cp:revision>
  <dcterms:created xsi:type="dcterms:W3CDTF">2021-10-12T17:12:00Z</dcterms:created>
  <dcterms:modified xsi:type="dcterms:W3CDTF">2021-10-14T08:55:07Z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22E0EA8946754392BD458642F3166A36</vt:lpwstr>
  </property>
  <property fmtid="{D5CDD505-2E9C-101B-9397-08002B2CF9AE}" pid="3" name="KSOProductBuildVer">
    <vt:lpwstr>1033-11.2.0.10323</vt:lpwstr>
  </property>
</Properties>
</file>